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18"/>
  </p:normalViewPr>
  <p:slideViewPr>
    <p:cSldViewPr snapToGrid="0">
      <p:cViewPr>
        <p:scale>
          <a:sx n="88" d="100"/>
          <a:sy n="88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10ED0D-3DEF-3CC3-BA11-1B35BAFD7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A57ED96-86F6-C903-86F6-AA5574BE2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58EC23-A323-8128-0C06-FAABE8D5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2B115-3FF5-254E-AAF3-0969FEC7B2D9}" type="datetimeFigureOut">
              <a:rPr kumimoji="1" lang="zh-TW" altLang="en-US" smtClean="0"/>
              <a:t>2025/8/27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0D0878-F6F4-32F0-BE4A-6F93142D6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F2CA66-AC07-6557-F4ED-FB7891F5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8C5C-FC61-6643-8027-0743D06EEB0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36415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8C2621-6DF2-3C02-BB14-A1A0AB57B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1C036E-1583-83B8-C8C5-C65A95CBC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405DDF-B6F9-7294-015D-9849F4CC0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2B115-3FF5-254E-AAF3-0969FEC7B2D9}" type="datetimeFigureOut">
              <a:rPr kumimoji="1" lang="zh-TW" altLang="en-US" smtClean="0"/>
              <a:t>2025/8/27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B7687E-6144-D17A-B00A-4C4224B59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6C3610-8BE8-D26A-C560-2AC2B214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8C5C-FC61-6643-8027-0743D06EEB0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8568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E9ADF6-792E-C4B0-DC7A-9C451FD3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9B474B-4674-9899-738B-9FCE3DF2A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CF676A-7A7C-0E5F-E3A0-E9BC85DB6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2B115-3FF5-254E-AAF3-0969FEC7B2D9}" type="datetimeFigureOut">
              <a:rPr kumimoji="1" lang="zh-TW" altLang="en-US" smtClean="0"/>
              <a:t>2025/8/27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2052AE-BA15-6452-7AF1-89FB4ECE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C8BA32-4292-547B-2425-8FC191F9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8C5C-FC61-6643-8027-0743D06EEB0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82784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D725CF-93B3-AE68-E66F-B58847DB8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7D90B2-E8B3-C4E5-9883-45893F42A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B45419F-BF53-39F3-1B7F-F47B60C99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C605BF-CECF-3FA4-AF29-8707035E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2B115-3FF5-254E-AAF3-0969FEC7B2D9}" type="datetimeFigureOut">
              <a:rPr kumimoji="1" lang="zh-TW" altLang="en-US" smtClean="0"/>
              <a:t>2025/8/27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33BF69-68E3-3195-B48A-E06EE4BB7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DC04B13-1CCE-9FE7-6AFE-866D20A7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8C5C-FC61-6643-8027-0743D06EEB0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5255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EB483-505E-FD16-C120-8D017411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5E6B5C-7C65-D179-5CD8-0201DDB9F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925398-1B96-9B9D-7F32-EC5797123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7DDEB88-0FBF-6D7A-8418-93AB71AAD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94633DF-DD20-BFC3-FADA-B4AC4D7DA7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E80EBC0-65DF-07CC-B721-04E38E41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2B115-3FF5-254E-AAF3-0969FEC7B2D9}" type="datetimeFigureOut">
              <a:rPr kumimoji="1" lang="zh-TW" altLang="en-US" smtClean="0"/>
              <a:t>2025/8/27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42B1C87-DB8F-7078-E7D8-57248CB3C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5529FE9-CF2B-F2BD-0FB3-ED29787D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8C5C-FC61-6643-8027-0743D06EEB0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9146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1A1A41-7D31-D800-C53B-640462E6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2CAA622-AA92-2902-B537-4898A3EB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2B115-3FF5-254E-AAF3-0969FEC7B2D9}" type="datetimeFigureOut">
              <a:rPr kumimoji="1" lang="zh-TW" altLang="en-US" smtClean="0"/>
              <a:t>2025/8/27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6B5FDDB-12AB-7284-8890-BD34E516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CBA9AFD-02BE-108D-F722-8736A2EB3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8C5C-FC61-6643-8027-0743D06EEB0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83472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F935EA9-4795-21B8-42C8-FF9795B79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2B115-3FF5-254E-AAF3-0969FEC7B2D9}" type="datetimeFigureOut">
              <a:rPr kumimoji="1" lang="zh-TW" altLang="en-US" smtClean="0"/>
              <a:t>2025/8/27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4DDCA23-0D6B-BC52-F885-D5F1800A7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B9AB2A-E4F0-83E0-4BA9-D75648B9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8C5C-FC61-6643-8027-0743D06EEB0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249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11360D-DE80-7CE9-A2CA-D6FA903A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E9B419-7260-9B8B-1946-9DAAB4329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F020729-FE30-A523-C227-0ED799EA2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A27FA3-E350-CF30-2991-6A18F6CBD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2B115-3FF5-254E-AAF3-0969FEC7B2D9}" type="datetimeFigureOut">
              <a:rPr kumimoji="1" lang="zh-TW" altLang="en-US" smtClean="0"/>
              <a:t>2025/8/27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F306245-8EA9-9D06-4DC2-199DB318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BF8D274-4EC4-44E1-3EAC-F184113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8C5C-FC61-6643-8027-0743D06EEB0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57411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F6160-C96D-DBB2-A229-484EF20A4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6A1E368-5A27-21A6-E51D-18C1F0296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227F246-BC7D-0883-A355-58647DF97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0A214E-65C3-576A-9242-873E065F8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2B115-3FF5-254E-AAF3-0969FEC7B2D9}" type="datetimeFigureOut">
              <a:rPr kumimoji="1" lang="zh-TW" altLang="en-US" smtClean="0"/>
              <a:t>2025/8/27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EA492F-CD6B-EF46-5C93-FA79212AA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F3CAC5-9331-04A5-D92C-A206C8C2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8C5C-FC61-6643-8027-0743D06EEB0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27051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3187D4-3C28-C466-7E01-14365316E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645D98-43B4-62DE-3593-45F4FE929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D71E0D-55C8-9671-6054-E18C74C7E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2B115-3FF5-254E-AAF3-0969FEC7B2D9}" type="datetimeFigureOut">
              <a:rPr kumimoji="1" lang="zh-TW" altLang="en-US" smtClean="0"/>
              <a:t>2025/8/27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A8D32F-B574-0EBE-4D4B-87C2CF13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799E50-00D3-5C11-BE05-A9ECCEF8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8C5C-FC61-6643-8027-0743D06EEB0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5635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345F1B-DB9E-B37A-B893-EF6B9890B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BC7BD57-578D-DB9E-EB9B-883BBF8EC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80B113-A67B-AF39-A02F-76570DC9D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2B115-3FF5-254E-AAF3-0969FEC7B2D9}" type="datetimeFigureOut">
              <a:rPr kumimoji="1" lang="zh-TW" altLang="en-US" smtClean="0"/>
              <a:t>2025/8/27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FBFFE7-1901-54F8-82C0-8AF2B9551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024CF6-F656-9F33-313F-E2FA41FE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8C5C-FC61-6643-8027-0743D06EEB0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85754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879ABEA-FAF1-3CDE-2E0D-26F526CD0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C8D5508-B36C-A154-CD18-141F9A577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2F406C-299A-BAB4-C848-98EB7D430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2B115-3FF5-254E-AAF3-0969FEC7B2D9}" type="datetimeFigureOut">
              <a:rPr kumimoji="1" lang="zh-TW" altLang="en-US" smtClean="0"/>
              <a:t>2025/8/27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5941B4-6BC4-EF47-5CAC-279753043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DD4628-86F6-2836-A15A-1CF0D8187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18C5C-FC61-6643-8027-0743D06EEB0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6844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668BB89-200B-CD09-25E8-53EEBE9F2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1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5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A577B9A-9917-0B8F-67E3-EA26669B06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52"/>
          <a:stretch>
            <a:fillRect/>
          </a:stretch>
        </p:blipFill>
        <p:spPr>
          <a:xfrm>
            <a:off x="0" y="288710"/>
            <a:ext cx="12192000" cy="628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4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292B2C8-A87F-B880-45FB-C4BD249A18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3" b="1242"/>
          <a:stretch>
            <a:fillRect/>
          </a:stretch>
        </p:blipFill>
        <p:spPr>
          <a:xfrm>
            <a:off x="0" y="261126"/>
            <a:ext cx="12192000" cy="638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50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B6A0D1D-5797-C28C-5FAC-D084C938A0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61"/>
          <a:stretch>
            <a:fillRect/>
          </a:stretch>
        </p:blipFill>
        <p:spPr>
          <a:xfrm>
            <a:off x="0" y="285051"/>
            <a:ext cx="12192000" cy="628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37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C80F9F6-0480-D33F-6EB0-BC234F5644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90"/>
          <a:stretch>
            <a:fillRect/>
          </a:stretch>
        </p:blipFill>
        <p:spPr>
          <a:xfrm>
            <a:off x="0" y="316204"/>
            <a:ext cx="12194104" cy="624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816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CBA64FA-CE8A-2263-C3D3-6F1B1CB9FA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14"/>
          <a:stretch>
            <a:fillRect/>
          </a:stretch>
        </p:blipFill>
        <p:spPr>
          <a:xfrm>
            <a:off x="0" y="296434"/>
            <a:ext cx="12192000" cy="626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94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2858CC9-9C16-ACB4-5AA5-77D486B3C0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3"/>
          <a:stretch>
            <a:fillRect/>
          </a:stretch>
        </p:blipFill>
        <p:spPr>
          <a:xfrm>
            <a:off x="0" y="243003"/>
            <a:ext cx="12192000" cy="642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43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834407A-5DA2-3BC5-3CC3-6CD88C891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992"/>
            <a:ext cx="12192000" cy="636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9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BD3EB4B-0482-967C-2641-7A74DE628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7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00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81A1E7A-A1C8-3EDD-987D-BACBBEE17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81" y="990963"/>
            <a:ext cx="3889300" cy="5501474"/>
          </a:xfrm>
          <a:prstGeom prst="rect">
            <a:avLst/>
          </a:prstGeom>
        </p:spPr>
      </p:pic>
      <p:sp>
        <p:nvSpPr>
          <p:cNvPr id="5" name="文本框 12">
            <a:extLst>
              <a:ext uri="{FF2B5EF4-FFF2-40B4-BE49-F238E27FC236}">
                <a16:creationId xmlns:a16="http://schemas.microsoft.com/office/drawing/2014/main" id="{38017818-D7A5-1AE1-1BE3-CC044735449D}"/>
              </a:ext>
            </a:extLst>
          </p:cNvPr>
          <p:cNvSpPr txBox="1"/>
          <p:nvPr/>
        </p:nvSpPr>
        <p:spPr>
          <a:xfrm>
            <a:off x="6442653" y="2228671"/>
            <a:ext cx="3195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1" dirty="0">
                <a:solidFill>
                  <a:srgbClr val="495A63"/>
                </a:solidFill>
                <a:latin typeface="Kikis font" pitchFamily="2" charset="-120"/>
                <a:ea typeface="Kikis font" pitchFamily="2" charset="-120"/>
              </a:rPr>
              <a:t>Thank</a:t>
            </a:r>
            <a:r>
              <a:rPr lang="en-US" altLang="zh-CN" sz="7200" b="1" baseline="0" dirty="0">
                <a:solidFill>
                  <a:srgbClr val="495A63"/>
                </a:solidFill>
                <a:latin typeface="Kikis font" pitchFamily="2" charset="-120"/>
                <a:ea typeface="Kikis font" pitchFamily="2" charset="-120"/>
              </a:rPr>
              <a:t> </a:t>
            </a:r>
            <a:r>
              <a:rPr lang="en-US" altLang="zh-CN" sz="7200" b="1" dirty="0">
                <a:solidFill>
                  <a:srgbClr val="495A63"/>
                </a:solidFill>
                <a:latin typeface="Kikis font" pitchFamily="2" charset="-120"/>
                <a:ea typeface="Kikis font" pitchFamily="2" charset="-120"/>
              </a:rPr>
              <a:t>y</a:t>
            </a:r>
            <a:r>
              <a:rPr lang="en-US" altLang="zh-CN" sz="7200" b="1" baseline="0" dirty="0">
                <a:solidFill>
                  <a:srgbClr val="495A63"/>
                </a:solidFill>
                <a:latin typeface="Kikis font" pitchFamily="2" charset="-120"/>
                <a:ea typeface="Kikis font" pitchFamily="2" charset="-120"/>
              </a:rPr>
              <a:t>ou</a:t>
            </a:r>
            <a:endParaRPr lang="zh-CN" altLang="en-US" sz="7200" b="1" dirty="0">
              <a:solidFill>
                <a:srgbClr val="495A63"/>
              </a:solidFill>
              <a:latin typeface="Kikis font" pitchFamily="2" charset="-120"/>
              <a:ea typeface="Kikis font" pitchFamily="2" charset="-120"/>
            </a:endParaRPr>
          </a:p>
        </p:txBody>
      </p:sp>
      <p:sp>
        <p:nvSpPr>
          <p:cNvPr id="6" name="文本框 12">
            <a:extLst>
              <a:ext uri="{FF2B5EF4-FFF2-40B4-BE49-F238E27FC236}">
                <a16:creationId xmlns:a16="http://schemas.microsoft.com/office/drawing/2014/main" id="{BD94517E-549A-7053-CD95-E559F1DB3C3F}"/>
              </a:ext>
            </a:extLst>
          </p:cNvPr>
          <p:cNvSpPr txBox="1"/>
          <p:nvPr/>
        </p:nvSpPr>
        <p:spPr>
          <a:xfrm>
            <a:off x="4801377" y="3322915"/>
            <a:ext cx="6440542" cy="1295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TW" altLang="en-US" sz="6000" b="1" dirty="0">
                <a:solidFill>
                  <a:srgbClr val="495A63"/>
                </a:solidFill>
                <a:latin typeface="Kikis font" pitchFamily="2" charset="-120"/>
                <a:ea typeface="Kikis font" pitchFamily="2" charset="-120"/>
              </a:rPr>
              <a:t>「</a:t>
            </a:r>
            <a:r>
              <a:rPr lang="zh-TW" altLang="zh-TW" sz="6000" b="1" kern="1200" dirty="0">
                <a:solidFill>
                  <a:srgbClr val="495A63"/>
                </a:solidFill>
                <a:latin typeface="Kikis font" pitchFamily="2" charset="-120"/>
                <a:ea typeface="Kikis font" pitchFamily="2" charset="-120"/>
              </a:rPr>
              <a:t>資訊有記憶，會議不白開</a:t>
            </a:r>
            <a:r>
              <a:rPr lang="zh-TW" altLang="en-US" sz="6000" b="1" dirty="0">
                <a:solidFill>
                  <a:srgbClr val="495A63"/>
                </a:solidFill>
                <a:latin typeface="Kikis font" pitchFamily="2" charset="-120"/>
                <a:ea typeface="Kikis font" pitchFamily="2" charset="-120"/>
              </a:rPr>
              <a:t>」</a:t>
            </a:r>
            <a:endParaRPr lang="zh-CN" altLang="en-US" sz="6000" b="1" dirty="0">
              <a:solidFill>
                <a:srgbClr val="495A63"/>
              </a:solidFill>
              <a:latin typeface="Kikis font" pitchFamily="2" charset="-120"/>
              <a:ea typeface="Kikis font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2158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</Words>
  <Application>Microsoft Macintosh PowerPoint</Application>
  <PresentationFormat>寬螢幕</PresentationFormat>
  <Paragraphs>2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Kikis font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湘琪 連</dc:creator>
  <cp:lastModifiedBy>湘琪 連</cp:lastModifiedBy>
  <cp:revision>2</cp:revision>
  <dcterms:created xsi:type="dcterms:W3CDTF">2025-08-27T04:45:15Z</dcterms:created>
  <dcterms:modified xsi:type="dcterms:W3CDTF">2025-08-27T05:16:15Z</dcterms:modified>
</cp:coreProperties>
</file>