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1" r:id="rId5"/>
    <p:sldId id="259" r:id="rId6"/>
    <p:sldId id="260" r:id="rId7"/>
    <p:sldId id="267" r:id="rId8"/>
    <p:sldId id="263" r:id="rId9"/>
    <p:sldId id="265" r:id="rId10"/>
    <p:sldId id="264" r:id="rId11"/>
    <p:sldId id="262" r:id="rId12"/>
    <p:sldId id="266"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78" autoAdjust="0"/>
    <p:restoredTop sz="77324"/>
  </p:normalViewPr>
  <p:slideViewPr>
    <p:cSldViewPr snapToGrid="0">
      <p:cViewPr varScale="1">
        <p:scale>
          <a:sx n="81" d="100"/>
          <a:sy n="81" d="100"/>
        </p:scale>
        <p:origin x="184"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018C84-9083-3B4C-A30F-94961F5F8D91}" type="datetimeFigureOut">
              <a:rPr kumimoji="1" lang="zh-TW" altLang="en-US" smtClean="0"/>
              <a:t>2025/10/3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21D9EB-AE56-6E4E-B709-FABCE3EEBA6C}" type="slidenum">
              <a:rPr kumimoji="1" lang="zh-TW" altLang="en-US" smtClean="0"/>
              <a:t>‹#›</a:t>
            </a:fld>
            <a:endParaRPr kumimoji="1" lang="zh-TW" altLang="en-US"/>
          </a:p>
        </p:txBody>
      </p:sp>
    </p:spTree>
    <p:extLst>
      <p:ext uri="{BB962C8B-B14F-4D97-AF65-F5344CB8AC3E}">
        <p14:creationId xmlns:p14="http://schemas.microsoft.com/office/powerpoint/2010/main" val="368706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kern="1200" dirty="0">
                <a:solidFill>
                  <a:schemeClr val="tx1"/>
                </a:solidFill>
                <a:effectLst/>
                <a:latin typeface="+mn-lt"/>
                <a:ea typeface="+mn-ea"/>
                <a:cs typeface="+mn-cs"/>
              </a:rPr>
              <a:t>首先是第一部分：使用者會員資訊修改</a:t>
            </a:r>
            <a:br>
              <a:rPr lang="zh-TW" altLang="en-US" sz="1200" kern="1200" dirty="0">
                <a:solidFill>
                  <a:schemeClr val="tx1"/>
                </a:solidFill>
                <a:effectLst/>
                <a:latin typeface="+mn-lt"/>
                <a:ea typeface="+mn-ea"/>
                <a:cs typeface="+mn-cs"/>
              </a:rPr>
            </a:br>
            <a:r>
              <a:rPr lang="zh-TW" altLang="en-US" sz="1200" kern="1200" dirty="0">
                <a:solidFill>
                  <a:schemeClr val="tx1"/>
                </a:solidFill>
                <a:effectLst/>
                <a:latin typeface="+mn-lt"/>
                <a:ea typeface="+mn-ea"/>
                <a:cs typeface="+mn-cs"/>
              </a:rPr>
              <a:t>「點擊右上角的個人圖示後，使用者可以進入會員資訊頁面。在這裡，使用者能修改姓名以及輸入新密碼。</a:t>
            </a:r>
            <a:br>
              <a:rPr lang="zh-TW" altLang="en-US"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在程式碼部分</a:t>
            </a:r>
            <a:r>
              <a:rPr lang="zh-TW" altLang="en-US" dirty="0"/>
              <a:t>系統會檢查 </a:t>
            </a:r>
            <a:r>
              <a:rPr lang="en" altLang="zh-TW" dirty="0"/>
              <a:t>session</a:t>
            </a:r>
            <a:r>
              <a:rPr lang="zh-TW" altLang="en-US" dirty="0"/>
              <a:t> ㄙㄟ</a:t>
            </a:r>
            <a:r>
              <a:rPr lang="en" altLang="zh-TW" dirty="0"/>
              <a:t> </a:t>
            </a:r>
            <a:r>
              <a:rPr lang="zh-TW" altLang="en-US" dirty="0"/>
              <a:t>炫 中是否有使用者資料，若未登入，將被導向登入頁面。這一步確保只有登入的使用者，才能進行個人資料修改。」</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「接著系統會根據使用者是否輸入新密碼，決定更新欄位。如果輸入了密碼，會先用 </a:t>
            </a:r>
            <a:r>
              <a:rPr lang="en" altLang="zh-TW" sz="1200" kern="1200" dirty="0" err="1">
                <a:solidFill>
                  <a:schemeClr val="tx1"/>
                </a:solidFill>
                <a:latin typeface="+mn-lt"/>
                <a:ea typeface="+mn-ea"/>
                <a:cs typeface="+mn-cs"/>
              </a:rPr>
              <a:t>generate_password_hash</a:t>
            </a:r>
            <a:r>
              <a:rPr lang="en" altLang="zh-TW" dirty="0"/>
              <a:t> </a:t>
            </a:r>
            <a:r>
              <a:rPr lang="zh-TW" altLang="en-US" dirty="0"/>
              <a:t>加密後再寫入資料庫，確保密碼安全。」</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「最後，修改成功後會同步更新 </a:t>
            </a:r>
            <a:r>
              <a:rPr lang="en" altLang="zh-TW" dirty="0"/>
              <a:t>session</a:t>
            </a:r>
            <a:r>
              <a:rPr lang="zh-TW" altLang="en-US" dirty="0"/>
              <a:t>ㄙㄟ</a:t>
            </a:r>
            <a:r>
              <a:rPr lang="en" altLang="zh-TW" dirty="0"/>
              <a:t> </a:t>
            </a:r>
            <a:r>
              <a:rPr lang="zh-TW" altLang="en-US" dirty="0"/>
              <a:t>炫 </a:t>
            </a:r>
            <a:r>
              <a:rPr lang="en" altLang="zh-TW" dirty="0"/>
              <a:t> </a:t>
            </a:r>
            <a:r>
              <a:rPr lang="zh-TW" altLang="en-US" dirty="0"/>
              <a:t>中的使用者名稱，確保頁面立即顯示新的資料，無需重新登入。」</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1</a:t>
            </a:fld>
            <a:endParaRPr kumimoji="1" lang="zh-TW" altLang="en-US"/>
          </a:p>
        </p:txBody>
      </p:sp>
    </p:spTree>
    <p:extLst>
      <p:ext uri="{BB962C8B-B14F-4D97-AF65-F5344CB8AC3E}">
        <p14:creationId xmlns:p14="http://schemas.microsoft.com/office/powerpoint/2010/main" val="828832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kern="1200" dirty="0">
                <a:solidFill>
                  <a:schemeClr val="tx1"/>
                </a:solidFill>
                <a:effectLst/>
                <a:latin typeface="+mn-lt"/>
                <a:ea typeface="+mn-ea"/>
                <a:cs typeface="+mn-cs"/>
              </a:rPr>
              <a:t>第二部分：組織成員列表</a:t>
            </a:r>
            <a:br>
              <a:rPr lang="zh-TW" altLang="en-US" sz="1200" kern="1200" dirty="0">
                <a:solidFill>
                  <a:schemeClr val="tx1"/>
                </a:solidFill>
                <a:effectLst/>
                <a:latin typeface="+mn-lt"/>
                <a:ea typeface="+mn-ea"/>
                <a:cs typeface="+mn-cs"/>
              </a:rPr>
            </a:br>
            <a:r>
              <a:rPr lang="zh-TW" altLang="en-US" sz="1200" kern="1200" dirty="0">
                <a:solidFill>
                  <a:schemeClr val="tx1"/>
                </a:solidFill>
                <a:effectLst/>
                <a:latin typeface="+mn-lt"/>
                <a:ea typeface="+mn-ea"/>
                <a:cs typeface="+mn-cs"/>
              </a:rPr>
              <a:t>「在組織成員列表中，若擁有權限，就能看到刪除成員的按鈕，並可透過輸入 </a:t>
            </a:r>
            <a:r>
              <a:rPr lang="en" altLang="zh-TW" sz="1200" kern="1200" dirty="0">
                <a:solidFill>
                  <a:schemeClr val="tx1"/>
                </a:solidFill>
                <a:effectLst/>
                <a:latin typeface="+mn-lt"/>
                <a:ea typeface="+mn-ea"/>
                <a:cs typeface="+mn-cs"/>
              </a:rPr>
              <a:t>Email </a:t>
            </a:r>
            <a:r>
              <a:rPr lang="zh-TW" altLang="en-US" sz="1200" kern="1200" dirty="0">
                <a:solidFill>
                  <a:schemeClr val="tx1"/>
                </a:solidFill>
                <a:effectLst/>
                <a:latin typeface="+mn-lt"/>
                <a:ea typeface="+mn-ea"/>
                <a:cs typeface="+mn-cs"/>
              </a:rPr>
              <a:t>新增組織成員</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後端的程式碼則是</a:t>
            </a:r>
            <a:r>
              <a:rPr lang="zh-TW" altLang="en-US" dirty="0"/>
              <a:t>「當管理者在前端輸入 </a:t>
            </a:r>
            <a:r>
              <a:rPr lang="en" altLang="zh-TW" dirty="0"/>
              <a:t>Email </a:t>
            </a:r>
            <a:r>
              <a:rPr lang="zh-TW" altLang="en-US" dirty="0"/>
              <a:t>新增成員時，後端會先驗證資料是否正確。如果 </a:t>
            </a:r>
            <a:r>
              <a:rPr lang="en" altLang="zh-TW" dirty="0"/>
              <a:t>Email </a:t>
            </a:r>
            <a:r>
              <a:rPr lang="zh-TW" altLang="en-US" dirty="0"/>
              <a:t>欄位為空，就直接回傳錯誤訊息。這確保資料格式正確、避免空白輸入。」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「接著，系統會先查詢這個 </a:t>
            </a:r>
            <a:r>
              <a:rPr lang="en" altLang="zh-TW" dirty="0"/>
              <a:t>Email </a:t>
            </a:r>
            <a:r>
              <a:rPr lang="zh-TW" altLang="en-US" dirty="0"/>
              <a:t>是否為註冊用戶，並確認該使用者是否已在組織中。如果已存在，就不會重複新增。這部分保證同一位成員不會被加入多次。」</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「若條件都通過，後端就會把新成員資料寫進資料庫。這部分的 </a:t>
            </a:r>
            <a:r>
              <a:rPr lang="en" altLang="zh-TW" dirty="0"/>
              <a:t>API </a:t>
            </a:r>
            <a:r>
              <a:rPr lang="zh-TW" altLang="en-US" dirty="0"/>
              <a:t>只開放給擁有權限的使用者，像是組織管理者。</a:t>
            </a:r>
            <a:br>
              <a:rPr lang="zh-TW" altLang="en-US" dirty="0"/>
            </a:br>
            <a:r>
              <a:rPr lang="zh-TW" altLang="en-US" dirty="0"/>
              <a:t>同時，系統也提供 </a:t>
            </a:r>
            <a:r>
              <a:rPr lang="en" altLang="zh-TW" dirty="0"/>
              <a:t>DELETE </a:t>
            </a:r>
            <a:r>
              <a:rPr lang="zh-TW" altLang="en-US" dirty="0"/>
              <a:t>方法，讓管理者能刪除不再屬於組織的成員，而一般使用者則無法呼叫這個 </a:t>
            </a:r>
            <a:r>
              <a:rPr lang="en" altLang="zh-TW" dirty="0"/>
              <a:t>API</a:t>
            </a:r>
            <a:r>
              <a:rPr lang="zh-TW" altLang="en"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2</a:t>
            </a:fld>
            <a:endParaRPr kumimoji="1" lang="zh-TW" altLang="en-US"/>
          </a:p>
        </p:txBody>
      </p:sp>
    </p:spTree>
    <p:extLst>
      <p:ext uri="{BB962C8B-B14F-4D97-AF65-F5344CB8AC3E}">
        <p14:creationId xmlns:p14="http://schemas.microsoft.com/office/powerpoint/2010/main" val="325725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而沒有權限的使用者，在前端頁面只能查看組織成員名單和成員角色，無法新增或刪除。</a:t>
            </a:r>
            <a:br>
              <a:rPr lang="zh-TW" altLang="en-US" sz="1200" kern="1200" dirty="0">
                <a:solidFill>
                  <a:schemeClr val="tx1"/>
                </a:solidFill>
                <a:effectLst/>
                <a:latin typeface="+mn-lt"/>
                <a:ea typeface="+mn-ea"/>
                <a:cs typeface="+mn-cs"/>
              </a:rPr>
            </a:b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3</a:t>
            </a:fld>
            <a:endParaRPr kumimoji="1" lang="zh-TW" altLang="en-US"/>
          </a:p>
        </p:txBody>
      </p:sp>
    </p:spTree>
    <p:extLst>
      <p:ext uri="{BB962C8B-B14F-4D97-AF65-F5344CB8AC3E}">
        <p14:creationId xmlns:p14="http://schemas.microsoft.com/office/powerpoint/2010/main" val="655149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kern="1200" dirty="0">
                <a:solidFill>
                  <a:schemeClr val="tx1"/>
                </a:solidFill>
                <a:effectLst/>
                <a:latin typeface="+mn-lt"/>
                <a:ea typeface="+mn-ea"/>
                <a:cs typeface="+mn-cs"/>
              </a:rPr>
              <a:t>第三部分：議題成員列表</a:t>
            </a:r>
            <a:br>
              <a:rPr lang="zh-TW" altLang="en-US" sz="1200" kern="1200" dirty="0">
                <a:solidFill>
                  <a:schemeClr val="tx1"/>
                </a:solidFill>
                <a:effectLst/>
                <a:latin typeface="+mn-lt"/>
                <a:ea typeface="+mn-ea"/>
                <a:cs typeface="+mn-cs"/>
              </a:rPr>
            </a:br>
            <a:r>
              <a:rPr lang="zh-TW" altLang="en-US" sz="1200" kern="1200" dirty="0">
                <a:solidFill>
                  <a:schemeClr val="tx1"/>
                </a:solidFill>
                <a:effectLst/>
                <a:latin typeface="+mn-lt"/>
                <a:ea typeface="+mn-ea"/>
                <a:cs typeface="+mn-cs"/>
              </a:rPr>
              <a:t>「在議題管理中，擁有權限的使用者，可以選擇新增成員，也能看到刪除成員的按鈕，並可透過下拉式選單新增議題成員</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後端程式碼在</a:t>
            </a:r>
            <a:r>
              <a:rPr lang="zh-TW" altLang="en-US" dirty="0"/>
              <a:t>進入議題成員頁面時，系統會先確認使用者是否已登入。接著從資料庫查出所有成員的姓名、</a:t>
            </a:r>
            <a:r>
              <a:rPr lang="en" altLang="zh-TW" dirty="0"/>
              <a:t>Email </a:t>
            </a:r>
            <a:r>
              <a:rPr lang="zh-TW" altLang="en-US" dirty="0"/>
              <a:t>和角色，並顯示在畫面上。」</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「接著，系統會查出目前登入者在此議題中的角色。如果是創建者，就會顯示新增與刪除按鈕；若只是成員或檢視者，則僅能瀏覽清單。</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「在新增與刪除功能中，系統會再次檢查呼叫者的角色。只有創建者能新增或移除成員，並且創建者本人無法被刪除。若是一般成員嘗試操作，系統會回傳 </a:t>
            </a:r>
            <a:r>
              <a:rPr lang="en-US" altLang="zh-TW" dirty="0"/>
              <a:t>403 </a:t>
            </a:r>
            <a:r>
              <a:rPr lang="zh-TW" altLang="en-US" dirty="0"/>
              <a:t>禁止存取。」</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4</a:t>
            </a:r>
            <a:r>
              <a:rPr lang="zh-TW" altLang="en-US" dirty="0"/>
              <a:t>「此外，系統還能查出組織中尚未加入議題的成員清單，方便創建者一次新增多位成員。」</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lang="zh-TW" altLang="en-US" sz="1200" kern="1200" dirty="0">
                <a:solidFill>
                  <a:schemeClr val="tx1"/>
                </a:solidFill>
                <a:effectLst/>
                <a:latin typeface="+mn-lt"/>
                <a:ea typeface="+mn-ea"/>
                <a:cs typeface="+mn-cs"/>
              </a:rPr>
            </a:b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4</a:t>
            </a:fld>
            <a:endParaRPr kumimoji="1" lang="zh-TW" altLang="en-US"/>
          </a:p>
        </p:txBody>
      </p:sp>
    </p:spTree>
    <p:extLst>
      <p:ext uri="{BB962C8B-B14F-4D97-AF65-F5344CB8AC3E}">
        <p14:creationId xmlns:p14="http://schemas.microsoft.com/office/powerpoint/2010/main" val="1822383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當所有成員都已加入議題時，系統會提示無法再新增</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5</a:t>
            </a:fld>
            <a:endParaRPr kumimoji="1" lang="zh-TW" altLang="en-US"/>
          </a:p>
        </p:txBody>
      </p:sp>
    </p:spTree>
    <p:extLst>
      <p:ext uri="{BB962C8B-B14F-4D97-AF65-F5344CB8AC3E}">
        <p14:creationId xmlns:p14="http://schemas.microsoft.com/office/powerpoint/2010/main" val="4110022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而只是成員的的使用者，只能單純查看成員名單，無法進行任何修改。</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6</a:t>
            </a:fld>
            <a:endParaRPr kumimoji="1" lang="zh-TW" altLang="en-US"/>
          </a:p>
        </p:txBody>
      </p:sp>
    </p:spTree>
    <p:extLst>
      <p:ext uri="{BB962C8B-B14F-4D97-AF65-F5344CB8AC3E}">
        <p14:creationId xmlns:p14="http://schemas.microsoft.com/office/powerpoint/2010/main" val="216860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kern="1200" dirty="0">
                <a:solidFill>
                  <a:schemeClr val="tx1"/>
                </a:solidFill>
                <a:effectLst/>
                <a:latin typeface="+mn-lt"/>
                <a:ea typeface="+mn-ea"/>
                <a:cs typeface="+mn-cs"/>
              </a:rPr>
              <a:t>第四部分：會議參與者列表</a:t>
            </a:r>
            <a:br>
              <a:rPr lang="zh-TW" altLang="en-US" sz="1200" kern="1200" dirty="0">
                <a:solidFill>
                  <a:schemeClr val="tx1"/>
                </a:solidFill>
                <a:effectLst/>
                <a:latin typeface="+mn-lt"/>
                <a:ea typeface="+mn-ea"/>
                <a:cs typeface="+mn-cs"/>
              </a:rPr>
            </a:br>
            <a:r>
              <a:rPr lang="zh-TW" altLang="en-US" sz="1200" kern="1200" dirty="0">
                <a:solidFill>
                  <a:schemeClr val="tx1"/>
                </a:solidFill>
                <a:effectLst/>
                <a:latin typeface="+mn-lt"/>
                <a:ea typeface="+mn-ea"/>
                <a:cs typeface="+mn-cs"/>
              </a:rPr>
              <a:t>「在會議管理中，擁有權限的使用者，可以新增會議參與者，並為不同角色設定權限，例如</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可供編輯</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或</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僅可查看</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br>
              <a:rPr lang="zh-TW" altLang="en-US" sz="1200" kern="1200" dirty="0">
                <a:solidFill>
                  <a:schemeClr val="tx1"/>
                </a:solidFill>
                <a:effectLst/>
                <a:latin typeface="+mn-lt"/>
                <a:ea typeface="+mn-ea"/>
                <a:cs typeface="+mn-cs"/>
              </a:rPr>
            </a:br>
            <a:r>
              <a:rPr lang="en-US" altLang="zh-TW" sz="1200" kern="1200" dirty="0">
                <a:solidFill>
                  <a:schemeClr val="tx1"/>
                </a:solidFill>
                <a:effectLst/>
                <a:latin typeface="+mn-lt"/>
                <a:ea typeface="+mn-ea"/>
                <a:cs typeface="+mn-cs"/>
              </a:rPr>
              <a:t>1</a:t>
            </a:r>
            <a:r>
              <a:rPr lang="zh-TW" altLang="en-US" sz="1200" kern="1200" dirty="0">
                <a:solidFill>
                  <a:schemeClr val="tx1"/>
                </a:solidFill>
                <a:effectLst/>
                <a:latin typeface="+mn-lt"/>
                <a:ea typeface="+mn-ea"/>
                <a:cs typeface="+mn-cs"/>
              </a:rPr>
              <a:t>在後端程式碼 </a:t>
            </a:r>
            <a:r>
              <a:rPr lang="zh-TW" altLang="en-US" dirty="0"/>
              <a:t>首先，系統會根據會議 </a:t>
            </a:r>
            <a:r>
              <a:rPr lang="en" altLang="zh-TW" dirty="0"/>
              <a:t>ID</a:t>
            </a:r>
            <a:r>
              <a:rPr lang="zh-TW" altLang="en" dirty="0"/>
              <a:t>，</a:t>
            </a:r>
            <a:r>
              <a:rPr lang="zh-TW" altLang="en-US" dirty="0"/>
              <a:t>從資料庫查詢所有與會者的姓名、</a:t>
            </a:r>
            <a:r>
              <a:rPr lang="en" altLang="zh-TW" dirty="0"/>
              <a:t>Email </a:t>
            </a:r>
            <a:r>
              <a:rPr lang="zh-TW" altLang="en-US" dirty="0"/>
              <a:t>與角色。這是前端成員列表的資料來源，用於顯示誰參加了會議，以及每個人的權限角色。」</a:t>
            </a:r>
            <a:endParaRPr kumimoji="1"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建立會議時，系統會先根據議題成員自動帶出可加入的名單。在後續新增會議參與者主持人可以直接從議題裡的成員中選擇需要的與會者，並設定他們的角色。這樣能確保只有議題相關人員能進入會議，避免外部使用者誤加入。」</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「如果主持人想要移除某位成員，系統會透過刪除 </a:t>
            </a:r>
            <a:r>
              <a:rPr lang="en" altLang="zh-TW" dirty="0"/>
              <a:t>API </a:t>
            </a:r>
            <a:r>
              <a:rPr lang="zh-TW" altLang="en-US" dirty="0"/>
              <a:t>依據 </a:t>
            </a:r>
            <a:r>
              <a:rPr lang="en" altLang="zh-TW" dirty="0"/>
              <a:t>Email </a:t>
            </a:r>
            <a:r>
              <a:rPr lang="zh-TW" altLang="en-US" dirty="0"/>
              <a:t>從資料庫中移除該使用者。只有主持人能執行這個操作，一般成員沒有刪除權限。」</a:t>
            </a:r>
            <a:endParaRPr lang="en-US" altLang="zh-TW"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7</a:t>
            </a:fld>
            <a:endParaRPr kumimoji="1" lang="zh-TW" altLang="en-US"/>
          </a:p>
        </p:txBody>
      </p:sp>
    </p:spTree>
    <p:extLst>
      <p:ext uri="{BB962C8B-B14F-4D97-AF65-F5344CB8AC3E}">
        <p14:creationId xmlns:p14="http://schemas.microsoft.com/office/powerpoint/2010/main" val="4294640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當所有人員都已加入會議時，系統同樣會提示無法再新增。</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8</a:t>
            </a:fld>
            <a:endParaRPr kumimoji="1" lang="zh-TW" altLang="en-US"/>
          </a:p>
        </p:txBody>
      </p:sp>
    </p:spTree>
    <p:extLst>
      <p:ext uri="{BB962C8B-B14F-4D97-AF65-F5344CB8AC3E}">
        <p14:creationId xmlns:p14="http://schemas.microsoft.com/office/powerpoint/2010/main" val="1049942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在修改權限的部分，後端會先確認呼叫者是否為主持人。只有主持人能改變其他成員的角色，例如從</a:t>
            </a:r>
            <a:r>
              <a:rPr lang="en-US" altLang="zh-TW" dirty="0"/>
              <a:t>『</a:t>
            </a:r>
            <a:r>
              <a:rPr lang="zh-TW" altLang="en-US" dirty="0"/>
              <a:t>可編輯</a:t>
            </a:r>
            <a:r>
              <a:rPr lang="en-US" altLang="zh-TW" dirty="0"/>
              <a:t>』</a:t>
            </a:r>
            <a:r>
              <a:rPr lang="zh-TW" altLang="en-US" dirty="0"/>
              <a:t>改為</a:t>
            </a:r>
            <a:r>
              <a:rPr lang="en-US" altLang="zh-TW" dirty="0"/>
              <a:t>『</a:t>
            </a:r>
            <a:r>
              <a:rPr lang="zh-TW" altLang="en-US" dirty="0"/>
              <a:t>僅可查看</a:t>
            </a:r>
            <a:r>
              <a:rPr lang="en-US" altLang="zh-TW" dirty="0"/>
              <a:t>』</a:t>
            </a:r>
            <a:r>
              <a:rPr lang="zh-TW" altLang="en-US" dirty="0"/>
              <a:t>。如果非主持人操作，系統會回傳 </a:t>
            </a:r>
            <a:r>
              <a:rPr lang="en-US" altLang="zh-TW" dirty="0"/>
              <a:t>403 </a:t>
            </a:r>
            <a:r>
              <a:rPr lang="zh-TW" altLang="en-US" dirty="0"/>
              <a:t>禁止存取。」</a:t>
            </a:r>
            <a:r>
              <a:rPr lang="zh-TW" altLang="en-US" sz="1200" kern="1200" dirty="0">
                <a:solidFill>
                  <a:schemeClr val="tx1"/>
                </a:solidFill>
                <a:effectLst/>
                <a:latin typeface="+mn-lt"/>
                <a:ea typeface="+mn-ea"/>
                <a:cs typeface="+mn-cs"/>
              </a:rPr>
              <a:t>持人，</a:t>
            </a:r>
            <a:r>
              <a:rPr lang="en" altLang="zh-TW" sz="1200" kern="1200" dirty="0">
                <a:solidFill>
                  <a:schemeClr val="tx1"/>
                </a:solidFill>
                <a:effectLst/>
                <a:latin typeface="+mn-lt"/>
                <a:ea typeface="+mn-ea"/>
                <a:cs typeface="+mn-cs"/>
              </a:rPr>
              <a:t>API </a:t>
            </a:r>
            <a:r>
              <a:rPr lang="zh-TW" altLang="en-US" sz="1200" kern="1200" dirty="0">
                <a:solidFill>
                  <a:schemeClr val="tx1"/>
                </a:solidFill>
                <a:effectLst/>
                <a:latin typeface="+mn-lt"/>
                <a:ea typeface="+mn-ea"/>
                <a:cs typeface="+mn-cs"/>
              </a:rPr>
              <a:t>會直接回傳</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只有主持人可以更改權限</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的訊息。」</a:t>
            </a:r>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9</a:t>
            </a:fld>
            <a:endParaRPr kumimoji="1" lang="zh-TW" altLang="en-US"/>
          </a:p>
        </p:txBody>
      </p:sp>
    </p:spTree>
    <p:extLst>
      <p:ext uri="{BB962C8B-B14F-4D97-AF65-F5344CB8AC3E}">
        <p14:creationId xmlns:p14="http://schemas.microsoft.com/office/powerpoint/2010/main" val="925930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但如果是沒有權限的使用者，則無法修改他人的權限，僅能看到既有設定。</a:t>
            </a:r>
            <a:endParaRPr kumimoji="1" lang="zh-TW" altLang="en-US" dirty="0"/>
          </a:p>
          <a:p>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10</a:t>
            </a:fld>
            <a:endParaRPr kumimoji="1" lang="zh-TW" altLang="en-US"/>
          </a:p>
        </p:txBody>
      </p:sp>
    </p:spTree>
    <p:extLst>
      <p:ext uri="{BB962C8B-B14F-4D97-AF65-F5344CB8AC3E}">
        <p14:creationId xmlns:p14="http://schemas.microsoft.com/office/powerpoint/2010/main" val="3546718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1</a:t>
            </a:r>
            <a:r>
              <a:rPr kumimoji="1" lang="zh-TW" altLang="en-US" dirty="0"/>
              <a:t>後端系統會</a:t>
            </a:r>
            <a:r>
              <a:rPr lang="zh-TW" altLang="en-US" dirty="0"/>
              <a:t>查詢該使用者在此會議中的角色，判斷他是主持人、可編輯成員，還是僅能查看的與會者。」</a:t>
            </a:r>
            <a:endParaRPr lang="en-US" altLang="zh-TW" dirty="0"/>
          </a:p>
          <a:p>
            <a:r>
              <a:rPr kumimoji="1" lang="en-US" altLang="zh-TW" dirty="0"/>
              <a:t>2</a:t>
            </a:r>
            <a:r>
              <a:rPr lang="zh-TW" altLang="en-US" dirty="0"/>
              <a:t>「接著系統會把不同語系或標籤的角色統一轉成三種：</a:t>
            </a:r>
            <a:r>
              <a:rPr lang="en" altLang="zh-TW" sz="1200" kern="1200" dirty="0">
                <a:solidFill>
                  <a:schemeClr val="tx1"/>
                </a:solidFill>
                <a:latin typeface="+mn-lt"/>
                <a:ea typeface="+mn-ea"/>
                <a:cs typeface="+mn-cs"/>
              </a:rPr>
              <a:t>host</a:t>
            </a:r>
            <a:r>
              <a:rPr lang="zh-TW" altLang="en" dirty="0"/>
              <a:t>（</a:t>
            </a:r>
            <a:r>
              <a:rPr lang="zh-TW" altLang="en-US" dirty="0"/>
              <a:t>主持人）、</a:t>
            </a:r>
            <a:r>
              <a:rPr lang="en" altLang="zh-TW" sz="1200" kern="1200" dirty="0">
                <a:solidFill>
                  <a:schemeClr val="tx1"/>
                </a:solidFill>
                <a:latin typeface="+mn-lt"/>
                <a:ea typeface="+mn-ea"/>
                <a:cs typeface="+mn-cs"/>
              </a:rPr>
              <a:t>edit</a:t>
            </a:r>
            <a:r>
              <a:rPr lang="zh-TW" altLang="en" dirty="0"/>
              <a:t>（</a:t>
            </a:r>
            <a:r>
              <a:rPr lang="zh-TW" altLang="en-US" dirty="0"/>
              <a:t>可編輯）、</a:t>
            </a:r>
            <a:r>
              <a:rPr lang="en" altLang="zh-TW" sz="1200" kern="1200" dirty="0">
                <a:solidFill>
                  <a:schemeClr val="tx1"/>
                </a:solidFill>
                <a:latin typeface="+mn-lt"/>
                <a:ea typeface="+mn-ea"/>
                <a:cs typeface="+mn-cs"/>
              </a:rPr>
              <a:t>view</a:t>
            </a:r>
            <a:r>
              <a:rPr lang="zh-TW" altLang="en" dirty="0"/>
              <a:t>（</a:t>
            </a:r>
            <a:r>
              <a:rPr lang="zh-TW" altLang="en-US" dirty="0"/>
              <a:t>僅檢視）。」</a:t>
            </a:r>
            <a:endParaRPr lang="en-US" altLang="zh-TW" dirty="0"/>
          </a:p>
          <a:p>
            <a:r>
              <a:rPr kumimoji="1" lang="en-US" altLang="zh-TW" dirty="0"/>
              <a:t>3</a:t>
            </a:r>
            <a:r>
              <a:rPr lang="zh-TW" altLang="en-US" dirty="0"/>
              <a:t>「若使用者角色為主持人或可編輯者，</a:t>
            </a:r>
            <a:r>
              <a:rPr lang="en" altLang="zh-TW" sz="1200" kern="1200" dirty="0" err="1">
                <a:solidFill>
                  <a:schemeClr val="tx1"/>
                </a:solidFill>
                <a:latin typeface="+mn-lt"/>
                <a:ea typeface="+mn-ea"/>
                <a:cs typeface="+mn-cs"/>
              </a:rPr>
              <a:t>can_upload</a:t>
            </a:r>
            <a:r>
              <a:rPr lang="en" altLang="zh-TW" dirty="0"/>
              <a:t> </a:t>
            </a:r>
            <a:r>
              <a:rPr lang="zh-TW" altLang="en-US" dirty="0"/>
              <a:t>會設為 </a:t>
            </a:r>
            <a:r>
              <a:rPr lang="en" altLang="zh-TW" dirty="0"/>
              <a:t>True</a:t>
            </a:r>
            <a:r>
              <a:rPr lang="zh-TW" altLang="en" dirty="0"/>
              <a:t>，</a:t>
            </a:r>
            <a:r>
              <a:rPr lang="zh-TW" altLang="en-US" dirty="0"/>
              <a:t>代表可上傳檔案；若僅為檢視者，按鈕將被禁用。這樣能有效控管誰能新增或刪除檔案。」</a:t>
            </a:r>
            <a:endParaRPr kumimoji="1" lang="en-US" altLang="zh-TW" dirty="0"/>
          </a:p>
          <a:p>
            <a:r>
              <a:rPr kumimoji="1" lang="en-US" altLang="zh-TW" dirty="0"/>
              <a:t>4</a:t>
            </a:r>
            <a:r>
              <a:rPr lang="zh-TW" altLang="en-US" dirty="0"/>
              <a:t>「最後，系統將角色與權限資訊傳回前端模板，讓畫面根據角色動態顯示功能，例如主持人可以上傳與刪除檔案，而一般成員只能瀏覽。」</a:t>
            </a:r>
            <a:endParaRPr kumimoji="1"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t>5</a:t>
            </a:r>
            <a:r>
              <a:rPr lang="zh-TW" altLang="en-US" dirty="0"/>
              <a:t>若使用者僅有</a:t>
            </a:r>
            <a:r>
              <a:rPr lang="en-US" altLang="zh-TW" dirty="0"/>
              <a:t>『</a:t>
            </a:r>
            <a:r>
              <a:rPr lang="zh-TW" altLang="en-US" dirty="0"/>
              <a:t>僅可查看</a:t>
            </a:r>
            <a:r>
              <a:rPr lang="en-US" altLang="zh-TW" dirty="0"/>
              <a:t>』</a:t>
            </a:r>
            <a:r>
              <a:rPr lang="zh-TW" altLang="en-US" dirty="0"/>
              <a:t>的權限，系統會自動將按鈕與發送會議通知功能灰化，無法點擊操作，確保只有擁有權限的成員能進行通知。」</a:t>
            </a:r>
          </a:p>
          <a:p>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11</a:t>
            </a:fld>
            <a:endParaRPr kumimoji="1" lang="zh-TW" altLang="en-US"/>
          </a:p>
        </p:txBody>
      </p:sp>
    </p:spTree>
    <p:extLst>
      <p:ext uri="{BB962C8B-B14F-4D97-AF65-F5344CB8AC3E}">
        <p14:creationId xmlns:p14="http://schemas.microsoft.com/office/powerpoint/2010/main" val="1953714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在會議回顧功能頁面</a:t>
            </a:r>
            <a:r>
              <a:rPr lang="zh-TW" altLang="en-US" dirty="0"/>
              <a:t>系統會根據會議 </a:t>
            </a:r>
            <a:r>
              <a:rPr lang="en" altLang="zh-TW" dirty="0"/>
              <a:t>ID </a:t>
            </a:r>
            <a:r>
              <a:rPr lang="zh-TW" altLang="en-US" dirty="0"/>
              <a:t>查出使用者在會議中的角色，這個角色會決定他在回顧階段的權限。」「如果角色是主持人或具有編輯權限的成員，系統會給予 </a:t>
            </a:r>
            <a:r>
              <a:rPr lang="en" altLang="zh-TW" sz="1200" kern="1200" dirty="0">
                <a:solidFill>
                  <a:schemeClr val="tx1"/>
                </a:solidFill>
                <a:latin typeface="+mn-lt"/>
                <a:ea typeface="+mn-ea"/>
                <a:cs typeface="+mn-cs"/>
              </a:rPr>
              <a:t>edit</a:t>
            </a:r>
            <a:r>
              <a:rPr lang="en" altLang="zh-TW" dirty="0"/>
              <a:t> </a:t>
            </a:r>
            <a:r>
              <a:rPr lang="zh-TW" altLang="en-US" dirty="0"/>
              <a:t>權限，允許修改紀錄與筆記；若只是與會者，則自動設為 </a:t>
            </a:r>
            <a:r>
              <a:rPr lang="en" altLang="zh-TW" sz="1200" kern="1200" dirty="0">
                <a:solidFill>
                  <a:schemeClr val="tx1"/>
                </a:solidFill>
                <a:latin typeface="+mn-lt"/>
                <a:ea typeface="+mn-ea"/>
                <a:cs typeface="+mn-cs"/>
              </a:rPr>
              <a:t>view</a:t>
            </a:r>
            <a:r>
              <a:rPr lang="zh-TW" altLang="en" dirty="0"/>
              <a:t>，</a:t>
            </a:r>
            <a:r>
              <a:rPr lang="zh-TW" altLang="en-US" dirty="0"/>
              <a:t>僅能瀏覽內容而無法變更。」</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12</a:t>
            </a:fld>
            <a:endParaRPr kumimoji="1" lang="zh-TW" altLang="en-US"/>
          </a:p>
        </p:txBody>
      </p:sp>
    </p:spTree>
    <p:extLst>
      <p:ext uri="{BB962C8B-B14F-4D97-AF65-F5344CB8AC3E}">
        <p14:creationId xmlns:p14="http://schemas.microsoft.com/office/powerpoint/2010/main" val="2777202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「透過這樣的權限設計，我們的系統能讓不同角色各司其職，避免錯誤操作並維持資訊安全。」</a:t>
            </a:r>
            <a:endParaRPr kumimoji="1" lang="zh-TW" altLang="en-US" dirty="0"/>
          </a:p>
        </p:txBody>
      </p:sp>
      <p:sp>
        <p:nvSpPr>
          <p:cNvPr id="4" name="投影片編號版面配置區 3"/>
          <p:cNvSpPr>
            <a:spLocks noGrp="1"/>
          </p:cNvSpPr>
          <p:nvPr>
            <p:ph type="sldNum" sz="quarter" idx="5"/>
          </p:nvPr>
        </p:nvSpPr>
        <p:spPr/>
        <p:txBody>
          <a:bodyPr/>
          <a:lstStyle/>
          <a:p>
            <a:fld id="{EF21D9EB-AE56-6E4E-B709-FABCE3EEBA6C}" type="slidenum">
              <a:rPr kumimoji="1" lang="zh-TW" altLang="en-US" smtClean="0"/>
              <a:t>13</a:t>
            </a:fld>
            <a:endParaRPr kumimoji="1" lang="zh-TW" altLang="en-US"/>
          </a:p>
        </p:txBody>
      </p:sp>
    </p:spTree>
    <p:extLst>
      <p:ext uri="{BB962C8B-B14F-4D97-AF65-F5344CB8AC3E}">
        <p14:creationId xmlns:p14="http://schemas.microsoft.com/office/powerpoint/2010/main" val="1609720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DE93319-7B7D-4CA5-91EA-E7986FA0B0F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64EAF5-5C06-4F0E-8333-F2CF8992C5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026C45B5-792E-4D42-8318-AAE10100F87B}"/>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322466E4-01AF-451E-A267-B4351394FA0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A49CE53-6609-449F-BC7C-3DAB310C5A10}"/>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61614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17C8EE-F165-4843-BB61-3A14B334712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61F737C-4E38-4708-809D-7D1C3A55FAB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17FDCD7-36CB-4628-940E-29DE6E8F3220}"/>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801607E2-998F-4B6A-A2DB-BFEF3AC9C40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5F8434-815A-453E-B375-0BBA4E95EF44}"/>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304273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B39388-76DA-4C36-A25B-3F1C7C5EC6C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7126188-137F-4473-BD49-B6C7FE399F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26869E7-8BC0-4BBC-A6E3-35ECDD00B94E}"/>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C5DA3F50-BC73-46C1-8695-1167BFA70D8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5C1C738-09E0-45A8-AC92-49962A6E5FF8}"/>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1475284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FDA06F-CECD-449A-BA9C-C495F32C809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C4819FB-3C73-4717-A6CC-D972FDB4150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DE6B21D-DC93-4F8C-9124-5DF85A7C9010}"/>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B35FB2A-D548-4A72-B4F8-AF58BA423035}"/>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6" name="頁尾版面配置區 5">
            <a:extLst>
              <a:ext uri="{FF2B5EF4-FFF2-40B4-BE49-F238E27FC236}">
                <a16:creationId xmlns:a16="http://schemas.microsoft.com/office/drawing/2014/main" id="{CD135917-8810-4C6C-B8AB-4A6406F6581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BF4AEF8-6887-426C-9C4C-1A32918B34BB}"/>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205648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E419D6-FE27-40E9-9265-7AE32F4B203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2B932-B8BE-47E7-8CCA-B937D65B87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11D119A-455E-4788-821D-20C87BE74ED5}"/>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CE3B316-395B-4035-B506-120FD17734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E04EBF4-E6D5-43E0-A3C2-86C7DDC9416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3848EE8-A8EF-4D25-854D-CFAE610AB673}"/>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8" name="頁尾版面配置區 7">
            <a:extLst>
              <a:ext uri="{FF2B5EF4-FFF2-40B4-BE49-F238E27FC236}">
                <a16:creationId xmlns:a16="http://schemas.microsoft.com/office/drawing/2014/main" id="{828B7781-5592-427A-8F45-3ED943A920D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E7908C4-414B-4FF7-B300-EA17B5CF23CF}"/>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768011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8CC67C-872B-4F54-88BB-813367F92D5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4C1059F-8114-410B-B276-D65CFD849670}"/>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4" name="頁尾版面配置區 3">
            <a:extLst>
              <a:ext uri="{FF2B5EF4-FFF2-40B4-BE49-F238E27FC236}">
                <a16:creationId xmlns:a16="http://schemas.microsoft.com/office/drawing/2014/main" id="{2E15CC78-BF40-436E-A9D2-4E589668DA1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4BC0968-BA15-487A-836E-73117886D467}"/>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3433256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4FB20B8-6BAF-4E8C-B10B-8E3524D1026C}"/>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3" name="頁尾版面配置區 2">
            <a:extLst>
              <a:ext uri="{FF2B5EF4-FFF2-40B4-BE49-F238E27FC236}">
                <a16:creationId xmlns:a16="http://schemas.microsoft.com/office/drawing/2014/main" id="{FF2D0F3A-7909-4247-8065-2FBEFF63516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72DE169-FEA1-4084-9999-1B034E4EC7A1}"/>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147128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18A3B2-4C82-47B2-B02A-9D0C295E8CE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C304814C-2AD2-4A90-841D-A6B25FD927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5CF4EDC-465D-42B1-A5C1-54BD7F4FF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9D7F495-104A-4168-A5D8-112B9CEB1C88}"/>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6" name="頁尾版面配置區 5">
            <a:extLst>
              <a:ext uri="{FF2B5EF4-FFF2-40B4-BE49-F238E27FC236}">
                <a16:creationId xmlns:a16="http://schemas.microsoft.com/office/drawing/2014/main" id="{5167A556-6398-4EE7-AE50-3F6797BF79F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169CC51-950C-45CE-8CD4-A546905BEC21}"/>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346265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E8A524-7D9C-410F-A75C-C79CC47F965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D090120-E21B-4204-867C-FA74853FF3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D85CBD9-E62C-4DB6-BCBD-1A3823337E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7D2580A-47AE-4E38-B120-E5B55ECA1308}"/>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6" name="頁尾版面配置區 5">
            <a:extLst>
              <a:ext uri="{FF2B5EF4-FFF2-40B4-BE49-F238E27FC236}">
                <a16:creationId xmlns:a16="http://schemas.microsoft.com/office/drawing/2014/main" id="{7D2D1C14-89C4-434D-805B-00CD1C7C195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98B4D85-D1DB-4E80-96A2-9AE675EB526E}"/>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4245886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81BCF2-8505-4CB1-9C20-6E35EEA77D1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EE67CE-96F5-49DE-B8E0-787E55DF3ADA}"/>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F7EEE5F-7702-474E-8A1D-26C9FB6A641B}"/>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9FB4ED10-7510-485B-9DBE-EF4FE83DC8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E5308B7-105D-4159-BE6A-65747C88EE3D}"/>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19834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C6E9BC3-71E4-4295-8DE6-B656DF3B9886}"/>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938D7E9-3F4E-4D07-B9E0-0C10FCB72D6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5C91C-4696-43B8-A344-5BDF5F6F2B29}"/>
              </a:ext>
            </a:extLst>
          </p:cNvPr>
          <p:cNvSpPr>
            <a:spLocks noGrp="1"/>
          </p:cNvSpPr>
          <p:nvPr>
            <p:ph type="dt" sz="half" idx="10"/>
          </p:nvPr>
        </p:nvSpPr>
        <p:spPr/>
        <p:txBody>
          <a:body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CC4CFD43-68FF-4B75-BC72-634DA692599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5109FD-7898-4AEC-9741-C89BF0F90045}"/>
              </a:ext>
            </a:extLst>
          </p:cNvPr>
          <p:cNvSpPr>
            <a:spLocks noGrp="1"/>
          </p:cNvSpPr>
          <p:nvPr>
            <p:ph type="sldNum" sz="quarter" idx="12"/>
          </p:nvPr>
        </p:nvSpPr>
        <p:spPr/>
        <p:txBody>
          <a:body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3726219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2BBDA49-E2FD-4EA2-86C2-2EAEC57C36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8D4239B-30C8-47E2-B90E-7C143718FE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9128CFF-86C8-45EF-ADA2-1D8B911573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85415-4F27-45B5-9CA1-03D47B52C2DB}" type="datetimeFigureOut">
              <a:rPr lang="zh-TW" altLang="en-US" smtClean="0"/>
              <a:t>2025/10/3</a:t>
            </a:fld>
            <a:endParaRPr lang="zh-TW" altLang="en-US"/>
          </a:p>
        </p:txBody>
      </p:sp>
      <p:sp>
        <p:nvSpPr>
          <p:cNvPr id="5" name="頁尾版面配置區 4">
            <a:extLst>
              <a:ext uri="{FF2B5EF4-FFF2-40B4-BE49-F238E27FC236}">
                <a16:creationId xmlns:a16="http://schemas.microsoft.com/office/drawing/2014/main" id="{1F5EE8FB-97E0-48F9-AA73-F7403D803D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0E91548-D347-42F5-8D9A-F0F0C22A71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44B138-1C5C-4818-9B9F-FFA0750BBBED}" type="slidenum">
              <a:rPr lang="zh-TW" altLang="en-US" smtClean="0"/>
              <a:t>‹#›</a:t>
            </a:fld>
            <a:endParaRPr lang="zh-TW" altLang="en-US"/>
          </a:p>
        </p:txBody>
      </p:sp>
    </p:spTree>
    <p:extLst>
      <p:ext uri="{BB962C8B-B14F-4D97-AF65-F5344CB8AC3E}">
        <p14:creationId xmlns:p14="http://schemas.microsoft.com/office/powerpoint/2010/main" val="1600365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1.m4a"/><Relationship Id="rId7"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xml"/><Relationship Id="rId10" Type="http://schemas.openxmlformats.org/officeDocument/2006/relationships/image" Target="../media/image5.png"/><Relationship Id="rId4" Type="http://schemas.openxmlformats.org/officeDocument/2006/relationships/slideLayout" Target="../slideLayouts/slideLayout1.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audio" Target="../media/media2.m4a"/><Relationship Id="rId7" Type="http://schemas.openxmlformats.org/officeDocument/2006/relationships/image" Target="../media/image7.png"/><Relationship Id="rId2" Type="http://schemas.microsoft.com/office/2007/relationships/media" Target="../media/media2.m4a"/><Relationship Id="rId1" Type="http://schemas.openxmlformats.org/officeDocument/2006/relationships/tags" Target="../tags/tag2.xml"/><Relationship Id="rId6" Type="http://schemas.openxmlformats.org/officeDocument/2006/relationships/image" Target="../media/image6.png"/><Relationship Id="rId11" Type="http://schemas.openxmlformats.org/officeDocument/2006/relationships/image" Target="../media/image5.png"/><Relationship Id="rId5" Type="http://schemas.openxmlformats.org/officeDocument/2006/relationships/notesSlide" Target="../notesSlides/notesSlide2.xml"/><Relationship Id="rId10" Type="http://schemas.openxmlformats.org/officeDocument/2006/relationships/image" Target="../media/image10.png"/><Relationship Id="rId4" Type="http://schemas.openxmlformats.org/officeDocument/2006/relationships/slideLayout" Target="../slideLayouts/slideLayout1.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5.png"/><Relationship Id="rId2" Type="http://schemas.microsoft.com/office/2007/relationships/media" Target="../media/media3.m4a"/><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notesSlide" Target="../notesSlides/notesSlide3.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audio" Target="../media/media4.m4a"/><Relationship Id="rId7" Type="http://schemas.openxmlformats.org/officeDocument/2006/relationships/image" Target="../media/image13.png"/><Relationship Id="rId2" Type="http://schemas.microsoft.com/office/2007/relationships/media" Target="../media/media4.m4a"/><Relationship Id="rId1" Type="http://schemas.openxmlformats.org/officeDocument/2006/relationships/tags" Target="../tags/tag4.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notesSlide" Target="../notesSlides/notesSlide4.xml"/><Relationship Id="rId10" Type="http://schemas.openxmlformats.org/officeDocument/2006/relationships/image" Target="../media/image16.png"/><Relationship Id="rId4" Type="http://schemas.openxmlformats.org/officeDocument/2006/relationships/slideLayout" Target="../slideLayouts/slideLayout1.xm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5.png"/><Relationship Id="rId2" Type="http://schemas.microsoft.com/office/2007/relationships/media" Target="../media/media6.m4a"/><Relationship Id="rId1" Type="http://schemas.openxmlformats.org/officeDocument/2006/relationships/tags" Target="../tags/tag5.xml"/><Relationship Id="rId6" Type="http://schemas.openxmlformats.org/officeDocument/2006/relationships/image" Target="../media/image18.png"/><Relationship Id="rId5" Type="http://schemas.openxmlformats.org/officeDocument/2006/relationships/notesSlide" Target="../notesSlides/notesSlide6.xml"/><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audio" Target="../media/media7.m4a"/><Relationship Id="rId7" Type="http://schemas.openxmlformats.org/officeDocument/2006/relationships/image" Target="../media/image20.png"/><Relationship Id="rId2" Type="http://schemas.microsoft.com/office/2007/relationships/media" Target="../media/media7.m4a"/><Relationship Id="rId1" Type="http://schemas.openxmlformats.org/officeDocument/2006/relationships/tags" Target="../tags/tag6.xml"/><Relationship Id="rId6" Type="http://schemas.openxmlformats.org/officeDocument/2006/relationships/image" Target="../media/image19.png"/><Relationship Id="rId5" Type="http://schemas.openxmlformats.org/officeDocument/2006/relationships/notesSlide" Target="../notesSlides/notesSlide7.xml"/><Relationship Id="rId10" Type="http://schemas.openxmlformats.org/officeDocument/2006/relationships/image" Target="../media/image5.png"/><Relationship Id="rId4" Type="http://schemas.openxmlformats.org/officeDocument/2006/relationships/slideLayout" Target="../slideLayouts/slideLayout1.xml"/><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9.m4a"/><Relationship Id="rId7" Type="http://schemas.openxmlformats.org/officeDocument/2006/relationships/image" Target="../media/image25.png"/><Relationship Id="rId2" Type="http://schemas.microsoft.com/office/2007/relationships/media" Target="../media/media9.m4a"/><Relationship Id="rId1" Type="http://schemas.openxmlformats.org/officeDocument/2006/relationships/tags" Target="../tags/tag7.xml"/><Relationship Id="rId6" Type="http://schemas.openxmlformats.org/officeDocument/2006/relationships/image" Target="../media/image24.png"/><Relationship Id="rId5" Type="http://schemas.openxmlformats.org/officeDocument/2006/relationships/notesSlide" Target="../notesSlides/notesSlide9.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7" Type="http://schemas.openxmlformats.org/officeDocument/2006/relationships/image" Target="../media/image5.png"/><Relationship Id="rId2" Type="http://schemas.microsoft.com/office/2007/relationships/media" Target="../media/media10.m4a"/><Relationship Id="rId1" Type="http://schemas.openxmlformats.org/officeDocument/2006/relationships/tags" Target="../tags/tag8.xml"/><Relationship Id="rId6" Type="http://schemas.openxmlformats.org/officeDocument/2006/relationships/image" Target="../media/image26.png"/><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5.png"/><Relationship Id="rId3" Type="http://schemas.openxmlformats.org/officeDocument/2006/relationships/audio" Target="../media/media11.m4a"/><Relationship Id="rId7" Type="http://schemas.openxmlformats.org/officeDocument/2006/relationships/image" Target="../media/image28.png"/><Relationship Id="rId12" Type="http://schemas.openxmlformats.org/officeDocument/2006/relationships/image" Target="../media/image33.png"/><Relationship Id="rId2" Type="http://schemas.microsoft.com/office/2007/relationships/media" Target="../media/media11.m4a"/><Relationship Id="rId1" Type="http://schemas.openxmlformats.org/officeDocument/2006/relationships/tags" Target="../tags/tag9.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notesSlide" Target="../notesSlides/notesSlide11.xml"/><Relationship Id="rId10" Type="http://schemas.openxmlformats.org/officeDocument/2006/relationships/image" Target="../media/image31.png"/><Relationship Id="rId4" Type="http://schemas.openxmlformats.org/officeDocument/2006/relationships/slideLayout" Target="../slideLayouts/slideLayout1.xml"/><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12.m4a"/><Relationship Id="rId7" Type="http://schemas.openxmlformats.org/officeDocument/2006/relationships/image" Target="../media/image35.png"/><Relationship Id="rId2" Type="http://schemas.microsoft.com/office/2007/relationships/media" Target="../media/media12.m4a"/><Relationship Id="rId1" Type="http://schemas.openxmlformats.org/officeDocument/2006/relationships/tags" Target="../tags/tag10.xml"/><Relationship Id="rId6" Type="http://schemas.openxmlformats.org/officeDocument/2006/relationships/image" Target="../media/image34.png"/><Relationship Id="rId5" Type="http://schemas.openxmlformats.org/officeDocument/2006/relationships/notesSlide" Target="../notesSlides/notesSlide12.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5.png"/><Relationship Id="rId5" Type="http://schemas.openxmlformats.org/officeDocument/2006/relationships/image" Target="../media/image36.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5080B98E-254E-4679-B4A9-06D3C7D992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文字方塊 1">
            <a:extLst>
              <a:ext uri="{FF2B5EF4-FFF2-40B4-BE49-F238E27FC236}">
                <a16:creationId xmlns:a16="http://schemas.microsoft.com/office/drawing/2014/main" id="{D3A3A116-5859-45CF-7939-BA247A5884BE}"/>
              </a:ext>
            </a:extLst>
          </p:cNvPr>
          <p:cNvSpPr txBox="1"/>
          <p:nvPr/>
        </p:nvSpPr>
        <p:spPr>
          <a:xfrm>
            <a:off x="328246" y="6084277"/>
            <a:ext cx="184731" cy="369332"/>
          </a:xfrm>
          <a:prstGeom prst="rect">
            <a:avLst/>
          </a:prstGeom>
          <a:noFill/>
        </p:spPr>
        <p:txBody>
          <a:bodyPr wrap="none" rtlCol="0">
            <a:spAutoFit/>
          </a:bodyPr>
          <a:lstStyle/>
          <a:p>
            <a:endParaRPr kumimoji="1" lang="zh-TW" altLang="en-US" dirty="0"/>
          </a:p>
        </p:txBody>
      </p:sp>
      <p:pic>
        <p:nvPicPr>
          <p:cNvPr id="53" name="圖片 52" descr="一張含有 文字, 螢幕擷取畫面, 字型 的圖片&#10;&#10;AI 產生的內容可能不正確。">
            <a:extLst>
              <a:ext uri="{FF2B5EF4-FFF2-40B4-BE49-F238E27FC236}">
                <a16:creationId xmlns:a16="http://schemas.microsoft.com/office/drawing/2014/main" id="{46DF3C39-283A-B2F9-D1F1-82261B0E26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74826" y="4586153"/>
            <a:ext cx="5880100" cy="1574800"/>
          </a:xfrm>
          <a:prstGeom prst="rect">
            <a:avLst/>
          </a:prstGeom>
        </p:spPr>
      </p:pic>
      <p:pic>
        <p:nvPicPr>
          <p:cNvPr id="55" name="圖片 54" descr="一張含有 文字, 螢幕擷取畫面, 字型 的圖片&#10;&#10;AI 產生的內容可能不正確。">
            <a:extLst>
              <a:ext uri="{FF2B5EF4-FFF2-40B4-BE49-F238E27FC236}">
                <a16:creationId xmlns:a16="http://schemas.microsoft.com/office/drawing/2014/main" id="{EFD72B72-3B90-18C1-8DA7-9AE42C7B6DB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94537" y="4360184"/>
            <a:ext cx="7354447" cy="1980853"/>
          </a:xfrm>
          <a:prstGeom prst="rect">
            <a:avLst/>
          </a:prstGeom>
        </p:spPr>
      </p:pic>
      <p:pic>
        <p:nvPicPr>
          <p:cNvPr id="57" name="圖片 56" descr="一張含有 文字, 字型, 螢幕擷取畫面, 數字 的圖片&#10;&#10;AI 產生的內容可能不正確。">
            <a:extLst>
              <a:ext uri="{FF2B5EF4-FFF2-40B4-BE49-F238E27FC236}">
                <a16:creationId xmlns:a16="http://schemas.microsoft.com/office/drawing/2014/main" id="{D2CAC30A-902A-F5EA-44AF-C854C084E59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07446" y="4586153"/>
            <a:ext cx="4110678" cy="1294102"/>
          </a:xfrm>
          <a:prstGeom prst="rect">
            <a:avLst/>
          </a:prstGeom>
        </p:spPr>
      </p:pic>
      <p:pic>
        <p:nvPicPr>
          <p:cNvPr id="88" name="音訊 87">
            <a:extLst>
              <a:ext uri="{FF2B5EF4-FFF2-40B4-BE49-F238E27FC236}">
                <a16:creationId xmlns:a16="http://schemas.microsoft.com/office/drawing/2014/main" id="{E8646B0F-DA00-39A7-D274-C7AABB69CFF9}"/>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748733162"/>
      </p:ext>
    </p:extLst>
  </p:cSld>
  <p:clrMapOvr>
    <a:masterClrMapping/>
  </p:clrMapOvr>
  <mc:AlternateContent xmlns:mc="http://schemas.openxmlformats.org/markup-compatibility/2006">
    <mc:Choice xmlns:p14="http://schemas.microsoft.com/office/powerpoint/2010/main" Requires="p14">
      <p:transition spd="slow" p14:dur="2000" advTm="58626"/>
    </mc:Choice>
    <mc:Fallback>
      <p:transition spd="slow" advTm="58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8"/>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wipe(left)">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wipe(left)">
                                      <p:cBhvr>
                                        <p:cTn id="16" dur="500"/>
                                        <p:tgtEl>
                                          <p:spTgt spid="55"/>
                                        </p:tgtEl>
                                      </p:cBhvr>
                                    </p:animEffect>
                                  </p:childTnLst>
                                </p:cTn>
                              </p:par>
                              <p:par>
                                <p:cTn id="17" presetID="1" presetClass="exit" presetSubtype="0" fill="hold" nodeType="withEffect">
                                  <p:stCondLst>
                                    <p:cond delay="0"/>
                                  </p:stCondLst>
                                  <p:childTnLst>
                                    <p:set>
                                      <p:cBhvr>
                                        <p:cTn id="18" dur="1" fill="hold">
                                          <p:stCondLst>
                                            <p:cond delay="0"/>
                                          </p:stCondLst>
                                        </p:cTn>
                                        <p:tgtEl>
                                          <p:spTgt spid="5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left)">
                                      <p:cBhvr>
                                        <p:cTn id="23" dur="500"/>
                                        <p:tgtEl>
                                          <p:spTgt spid="57"/>
                                        </p:tgtEl>
                                      </p:cBhvr>
                                    </p:animEffect>
                                  </p:childTnLst>
                                </p:cTn>
                              </p:par>
                              <p:par>
                                <p:cTn id="24" presetID="1" presetClass="exit" presetSubtype="0" fill="hold" nodeType="withEffect">
                                  <p:stCondLst>
                                    <p:cond delay="0"/>
                                  </p:stCondLst>
                                  <p:childTnLst>
                                    <p:set>
                                      <p:cBhvr>
                                        <p:cTn id="25" dur="1" fill="hold">
                                          <p:stCondLst>
                                            <p:cond delay="0"/>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6" fill="hold" display="0">
                  <p:stCondLst>
                    <p:cond delay="indefinite"/>
                  </p:stCondLst>
                  <p:endCondLst>
                    <p:cond evt="onStopAudio" delay="0">
                      <p:tgtEl>
                        <p:sldTgt/>
                      </p:tgtEl>
                    </p:cond>
                  </p:endCondLst>
                </p:cTn>
                <p:tgtEl>
                  <p:spTgt spid="8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E185E561-E1F1-4B3D-AFBD-02E1039F75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文字方塊 10">
            <a:extLst>
              <a:ext uri="{FF2B5EF4-FFF2-40B4-BE49-F238E27FC236}">
                <a16:creationId xmlns:a16="http://schemas.microsoft.com/office/drawing/2014/main" id="{33F2787B-F908-1A5B-4E6B-3B227B37C201}"/>
              </a:ext>
            </a:extLst>
          </p:cNvPr>
          <p:cNvSpPr txBox="1"/>
          <p:nvPr/>
        </p:nvSpPr>
        <p:spPr>
          <a:xfrm>
            <a:off x="4468778" y="6237063"/>
            <a:ext cx="5814422" cy="369332"/>
          </a:xfrm>
          <a:prstGeom prst="rect">
            <a:avLst/>
          </a:prstGeom>
          <a:noFill/>
        </p:spPr>
        <p:txBody>
          <a:bodyPr wrap="square">
            <a:spAutoFit/>
          </a:bodyPr>
          <a:lstStyle/>
          <a:p>
            <a:r>
              <a:rPr lang="zh-TW" altLang="en-US" dirty="0">
                <a:solidFill>
                  <a:schemeClr val="bg1"/>
                </a:solidFill>
              </a:rPr>
              <a:t>→ 新增成員到組織</a:t>
            </a:r>
          </a:p>
        </p:txBody>
      </p:sp>
      <p:pic>
        <p:nvPicPr>
          <p:cNvPr id="73" name="圖片 72" descr="一張含有 文字, 螢幕擷取畫面, 字型, 軟體 的圖片&#10;&#10;AI 產生的內容可能不正確。">
            <a:extLst>
              <a:ext uri="{FF2B5EF4-FFF2-40B4-BE49-F238E27FC236}">
                <a16:creationId xmlns:a16="http://schemas.microsoft.com/office/drawing/2014/main" id="{07B33B7F-854D-9BD3-3E58-FACE55A523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96724" y="4520986"/>
            <a:ext cx="7413389" cy="1892389"/>
          </a:xfrm>
          <a:prstGeom prst="rect">
            <a:avLst/>
          </a:prstGeom>
        </p:spPr>
      </p:pic>
      <p:pic>
        <p:nvPicPr>
          <p:cNvPr id="75" name="圖片 74" descr="一張含有 文字, 螢幕擷取畫面, 軟體, 字型 的圖片&#10;&#10;AI 產生的內容可能不正確。">
            <a:extLst>
              <a:ext uri="{FF2B5EF4-FFF2-40B4-BE49-F238E27FC236}">
                <a16:creationId xmlns:a16="http://schemas.microsoft.com/office/drawing/2014/main" id="{7FCC1B7C-1B91-8DA4-4B36-5E364D91A1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36598" y="3429000"/>
            <a:ext cx="6733640" cy="2961789"/>
          </a:xfrm>
          <a:prstGeom prst="rect">
            <a:avLst/>
          </a:prstGeom>
        </p:spPr>
      </p:pic>
      <p:pic>
        <p:nvPicPr>
          <p:cNvPr id="77" name="圖片 76" descr="一張含有 文字, 螢幕擷取畫面, 字型 的圖片&#10;&#10;AI 產生的內容可能不正確。">
            <a:extLst>
              <a:ext uri="{FF2B5EF4-FFF2-40B4-BE49-F238E27FC236}">
                <a16:creationId xmlns:a16="http://schemas.microsoft.com/office/drawing/2014/main" id="{879D8422-DA50-6738-C19F-06505B6488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96724" y="4545633"/>
            <a:ext cx="7413389" cy="1726157"/>
          </a:xfrm>
          <a:prstGeom prst="rect">
            <a:avLst/>
          </a:prstGeom>
        </p:spPr>
      </p:pic>
      <p:pic>
        <p:nvPicPr>
          <p:cNvPr id="79" name="圖片 78" descr="一張含有 文字, 螢幕擷取畫面, 字型 的圖片&#10;&#10;AI 產生的內容可能不正確。">
            <a:extLst>
              <a:ext uri="{FF2B5EF4-FFF2-40B4-BE49-F238E27FC236}">
                <a16:creationId xmlns:a16="http://schemas.microsoft.com/office/drawing/2014/main" id="{0313E895-E0A8-7C35-0F80-441398D17F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96724" y="4576159"/>
            <a:ext cx="7413389" cy="1638318"/>
          </a:xfrm>
          <a:prstGeom prst="rect">
            <a:avLst/>
          </a:prstGeom>
        </p:spPr>
      </p:pic>
      <p:pic>
        <p:nvPicPr>
          <p:cNvPr id="87" name="音訊 86">
            <a:extLst>
              <a:ext uri="{FF2B5EF4-FFF2-40B4-BE49-F238E27FC236}">
                <a16:creationId xmlns:a16="http://schemas.microsoft.com/office/drawing/2014/main" id="{D05608F7-DA85-1788-BC8F-D34468266C2A}"/>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1303773378"/>
      </p:ext>
    </p:extLst>
  </p:cSld>
  <p:clrMapOvr>
    <a:masterClrMapping/>
  </p:clrMapOvr>
  <mc:AlternateContent xmlns:mc="http://schemas.openxmlformats.org/markup-compatibility/2006">
    <mc:Choice xmlns:p14="http://schemas.microsoft.com/office/powerpoint/2010/main" Requires="p14">
      <p:transition spd="slow" p14:dur="2000" advTm="65866"/>
    </mc:Choice>
    <mc:Fallback>
      <p:transition spd="slow" advTm="658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7"/>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left)">
                                      <p:cBhvr>
                                        <p:cTn id="11" dur="500"/>
                                        <p:tgtEl>
                                          <p:spTgt spid="7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wipe(left)">
                                      <p:cBhvr>
                                        <p:cTn id="16" dur="500"/>
                                        <p:tgtEl>
                                          <p:spTgt spid="73"/>
                                        </p:tgtEl>
                                      </p:cBhvr>
                                    </p:animEffect>
                                  </p:childTnLst>
                                </p:cTn>
                              </p:par>
                              <p:par>
                                <p:cTn id="17" presetID="1" presetClass="exit" presetSubtype="0" fill="hold" nodeType="withEffect">
                                  <p:stCondLst>
                                    <p:cond delay="0"/>
                                  </p:stCondLst>
                                  <p:childTnLst>
                                    <p:set>
                                      <p:cBhvr>
                                        <p:cTn id="18" dur="1" fill="hold">
                                          <p:stCondLst>
                                            <p:cond delay="0"/>
                                          </p:stCondLst>
                                        </p:cTn>
                                        <p:tgtEl>
                                          <p:spTgt spid="7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5"/>
                                        </p:tgtEl>
                                        <p:attrNameLst>
                                          <p:attrName>style.visibility</p:attrName>
                                        </p:attrNameLst>
                                      </p:cBhvr>
                                      <p:to>
                                        <p:strVal val="visible"/>
                                      </p:to>
                                    </p:set>
                                    <p:animEffect transition="in" filter="wipe(left)">
                                      <p:cBhvr>
                                        <p:cTn id="23" dur="500"/>
                                        <p:tgtEl>
                                          <p:spTgt spid="75"/>
                                        </p:tgtEl>
                                      </p:cBhvr>
                                    </p:animEffect>
                                  </p:childTnLst>
                                </p:cTn>
                              </p:par>
                              <p:par>
                                <p:cTn id="24" presetID="1" presetClass="exit" presetSubtype="0" fill="hold" nodeType="withEffect">
                                  <p:stCondLst>
                                    <p:cond delay="0"/>
                                  </p:stCondLst>
                                  <p:childTnLst>
                                    <p:set>
                                      <p:cBhvr>
                                        <p:cTn id="25" dur="1" fill="hold">
                                          <p:stCondLst>
                                            <p:cond delay="0"/>
                                          </p:stCondLst>
                                        </p:cTn>
                                        <p:tgtEl>
                                          <p:spTgt spid="7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7"/>
                                        </p:tgtEl>
                                        <p:attrNameLst>
                                          <p:attrName>style.visibility</p:attrName>
                                        </p:attrNameLst>
                                      </p:cBhvr>
                                      <p:to>
                                        <p:strVal val="visible"/>
                                      </p:to>
                                    </p:set>
                                    <p:animEffect transition="in" filter="wipe(left)">
                                      <p:cBhvr>
                                        <p:cTn id="30" dur="500"/>
                                        <p:tgtEl>
                                          <p:spTgt spid="77"/>
                                        </p:tgtEl>
                                      </p:cBhvr>
                                    </p:animEffect>
                                  </p:childTnLst>
                                </p:cTn>
                              </p:par>
                              <p:par>
                                <p:cTn id="31" presetID="1" presetClass="exit" presetSubtype="0" fill="hold" nodeType="withEffect">
                                  <p:stCondLst>
                                    <p:cond delay="0"/>
                                  </p:stCondLst>
                                  <p:childTnLst>
                                    <p:set>
                                      <p:cBhvr>
                                        <p:cTn id="32" dur="1" fill="hold">
                                          <p:stCondLst>
                                            <p:cond delay="0"/>
                                          </p:stCondLst>
                                        </p:cTn>
                                        <p:tgtEl>
                                          <p:spTgt spid="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3" fill="hold" display="0">
                  <p:stCondLst>
                    <p:cond delay="indefinite"/>
                  </p:stCondLst>
                  <p:endCondLst>
                    <p:cond evt="onStopAudio" delay="0">
                      <p:tgtEl>
                        <p:sldTgt/>
                      </p:tgtEl>
                    </p:cond>
                  </p:endCondLst>
                </p:cTn>
                <p:tgtEl>
                  <p:spTgt spid="8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863657DB-91A5-4EAE-9C66-9D8E1442E2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9" name="音訊 38">
            <a:extLst>
              <a:ext uri="{FF2B5EF4-FFF2-40B4-BE49-F238E27FC236}">
                <a16:creationId xmlns:a16="http://schemas.microsoft.com/office/drawing/2014/main" id="{9FF09C03-9091-E33E-3572-B6653956E99D}"/>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997930013"/>
      </p:ext>
    </p:extLst>
  </p:cSld>
  <p:clrMapOvr>
    <a:masterClrMapping/>
  </p:clrMapOvr>
  <mc:AlternateContent xmlns:mc="http://schemas.openxmlformats.org/markup-compatibility/2006">
    <mc:Choice xmlns:p14="http://schemas.microsoft.com/office/powerpoint/2010/main" Requires="p14">
      <p:transition spd="slow" p14:dur="2000" advTm="10272"/>
    </mc:Choice>
    <mc:Fallback>
      <p:transition spd="slow" advTm="102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35AC214-FD15-4E42-8F15-B2AFE39025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7" name="圖片 26" descr="一張含有 文字, 螢幕擷取畫面, 字型 的圖片&#10;&#10;AI 產生的內容可能不正確。">
            <a:extLst>
              <a:ext uri="{FF2B5EF4-FFF2-40B4-BE49-F238E27FC236}">
                <a16:creationId xmlns:a16="http://schemas.microsoft.com/office/drawing/2014/main" id="{D13502D9-407D-3B96-6633-899C6EA4F67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3026010"/>
            <a:ext cx="5768647" cy="3026336"/>
          </a:xfrm>
          <a:prstGeom prst="rect">
            <a:avLst/>
          </a:prstGeom>
        </p:spPr>
      </p:pic>
      <p:pic>
        <p:nvPicPr>
          <p:cNvPr id="29" name="圖片 28" descr="一張含有 文字, 螢幕擷取畫面, 字型 的圖片&#10;&#10;AI 產生的內容可能不正確。">
            <a:extLst>
              <a:ext uri="{FF2B5EF4-FFF2-40B4-BE49-F238E27FC236}">
                <a16:creationId xmlns:a16="http://schemas.microsoft.com/office/drawing/2014/main" id="{61E1FBF3-DBE4-C3CC-05E4-3FFA4570171D}"/>
              </a:ext>
            </a:extLst>
          </p:cNvPr>
          <p:cNvPicPr>
            <a:picLocks noChangeAspect="1"/>
          </p:cNvPicPr>
          <p:nvPr/>
        </p:nvPicPr>
        <p:blipFill>
          <a:blip r:embed="rId8">
            <a:extLst>
              <a:ext uri="{28A0092B-C50C-407E-A947-70E740481C1C}">
                <a14:useLocalDpi xmlns:a14="http://schemas.microsoft.com/office/drawing/2010/main" val="0"/>
              </a:ext>
            </a:extLst>
          </a:blip>
          <a:srcRect r="2833"/>
          <a:stretch>
            <a:fillRect/>
          </a:stretch>
        </p:blipFill>
        <p:spPr>
          <a:xfrm>
            <a:off x="5884050" y="3296562"/>
            <a:ext cx="6129274" cy="2508567"/>
          </a:xfrm>
          <a:prstGeom prst="rect">
            <a:avLst/>
          </a:prstGeom>
        </p:spPr>
      </p:pic>
      <p:pic>
        <p:nvPicPr>
          <p:cNvPr id="31" name="圖片 30" descr="一張含有 文字, 螢幕擷取畫面, 字型 的圖片&#10;&#10;AI 產生的內容可能不正確。">
            <a:extLst>
              <a:ext uri="{FF2B5EF4-FFF2-40B4-BE49-F238E27FC236}">
                <a16:creationId xmlns:a16="http://schemas.microsoft.com/office/drawing/2014/main" id="{878D6647-B84A-38DD-95C0-BC64D586ED4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97188" y="3232630"/>
            <a:ext cx="5915897" cy="2636432"/>
          </a:xfrm>
          <a:prstGeom prst="rect">
            <a:avLst/>
          </a:prstGeom>
        </p:spPr>
      </p:pic>
      <p:pic>
        <p:nvPicPr>
          <p:cNvPr id="33" name="圖片 32" descr="一張含有 文字, 螢幕擷取畫面, 字型 的圖片&#10;&#10;AI 產生的內容可能不正確。">
            <a:extLst>
              <a:ext uri="{FF2B5EF4-FFF2-40B4-BE49-F238E27FC236}">
                <a16:creationId xmlns:a16="http://schemas.microsoft.com/office/drawing/2014/main" id="{EF729CB4-EC05-5FF1-6205-92B662B1DE7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35612" y="3098231"/>
            <a:ext cx="5929035" cy="2905227"/>
          </a:xfrm>
          <a:prstGeom prst="rect">
            <a:avLst/>
          </a:prstGeom>
        </p:spPr>
      </p:pic>
      <p:pic>
        <p:nvPicPr>
          <p:cNvPr id="39" name="音訊 38">
            <a:extLst>
              <a:ext uri="{FF2B5EF4-FFF2-40B4-BE49-F238E27FC236}">
                <a16:creationId xmlns:a16="http://schemas.microsoft.com/office/drawing/2014/main" id="{A3F47ECF-40D0-901A-DDFE-EB3FB66EA8D2}"/>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569122083"/>
      </p:ext>
    </p:extLst>
  </p:cSld>
  <p:clrMapOvr>
    <a:masterClrMapping/>
  </p:clrMapOvr>
  <mc:AlternateContent xmlns:mc="http://schemas.openxmlformats.org/markup-compatibility/2006">
    <mc:Choice xmlns:p14="http://schemas.microsoft.com/office/powerpoint/2010/main" Requires="p14">
      <p:transition spd="slow" p14:dur="2000" advTm="102279"/>
    </mc:Choice>
    <mc:Fallback>
      <p:transition spd="slow" advTm="1022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9"/>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wipe(left)">
                                      <p:cBhvr>
                                        <p:cTn id="16" dur="500"/>
                                        <p:tgtEl>
                                          <p:spTgt spid="29"/>
                                        </p:tgtEl>
                                      </p:cBhvr>
                                    </p:animEffect>
                                  </p:childTnLst>
                                </p:cTn>
                              </p:par>
                              <p:par>
                                <p:cTn id="17" presetID="1" presetClass="exit" presetSubtype="0" fill="hold" nodeType="withEffect">
                                  <p:stCondLst>
                                    <p:cond delay="0"/>
                                  </p:stCondLst>
                                  <p:childTnLst>
                                    <p:set>
                                      <p:cBhvr>
                                        <p:cTn id="18" dur="1" fill="hold">
                                          <p:stCondLst>
                                            <p:cond delay="0"/>
                                          </p:stCondLst>
                                        </p:cTn>
                                        <p:tgtEl>
                                          <p:spTgt spid="2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left)">
                                      <p:cBhvr>
                                        <p:cTn id="23" dur="500"/>
                                        <p:tgtEl>
                                          <p:spTgt spid="31"/>
                                        </p:tgtEl>
                                      </p:cBhvr>
                                    </p:animEffect>
                                  </p:childTnLst>
                                </p:cTn>
                              </p:par>
                              <p:par>
                                <p:cTn id="24" presetID="1" presetClass="exit" presetSubtype="0" fill="hold" nodeType="withEffect">
                                  <p:stCondLst>
                                    <p:cond delay="0"/>
                                  </p:stCondLst>
                                  <p:childTnLst>
                                    <p:set>
                                      <p:cBhvr>
                                        <p:cTn id="25" dur="1" fill="hold">
                                          <p:stCondLst>
                                            <p:cond delay="0"/>
                                          </p:stCondLst>
                                        </p:cTn>
                                        <p:tgtEl>
                                          <p:spTgt spid="2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500"/>
                                        <p:tgtEl>
                                          <p:spTgt spid="33"/>
                                        </p:tgtEl>
                                      </p:cBhvr>
                                    </p:animEffect>
                                  </p:childTnLst>
                                </p:cTn>
                              </p:par>
                              <p:par>
                                <p:cTn id="31" presetID="1" presetClass="exit" presetSubtype="0" fill="hold" nodeType="withEffect">
                                  <p:stCondLst>
                                    <p:cond delay="0"/>
                                  </p:stCondLst>
                                  <p:childTnLst>
                                    <p:set>
                                      <p:cBhvr>
                                        <p:cTn id="32"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3" fill="hold" display="0">
                  <p:stCondLst>
                    <p:cond delay="indefinite"/>
                  </p:stCondLst>
                  <p:endCondLst>
                    <p:cond evt="onStopAudio" delay="0">
                      <p:tgtEl>
                        <p:sldTgt/>
                      </p:tgtEl>
                    </p:cond>
                  </p:endCondLst>
                </p:cTn>
                <p:tgtEl>
                  <p:spTgt spid="3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AAC348B-15A7-498E-9AD7-FF3F34BC12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1" name="音訊 20">
            <a:extLst>
              <a:ext uri="{FF2B5EF4-FFF2-40B4-BE49-F238E27FC236}">
                <a16:creationId xmlns:a16="http://schemas.microsoft.com/office/drawing/2014/main" id="{368F378E-341C-3A01-06C1-AB7378A6646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4198094799"/>
      </p:ext>
    </p:extLst>
  </p:cSld>
  <p:clrMapOvr>
    <a:masterClrMapping/>
  </p:clrMapOvr>
  <mc:AlternateContent xmlns:mc="http://schemas.openxmlformats.org/markup-compatibility/2006">
    <mc:Choice xmlns:p14="http://schemas.microsoft.com/office/powerpoint/2010/main" Requires="p14">
      <p:transition spd="slow" p14:dur="2000" advTm="5440"/>
    </mc:Choice>
    <mc:Fallback>
      <p:transition spd="slow" advTm="5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AD27CACE-2E83-42FB-B966-3E84AD6ECB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8" name="音訊 37">
            <a:extLst>
              <a:ext uri="{FF2B5EF4-FFF2-40B4-BE49-F238E27FC236}">
                <a16:creationId xmlns:a16="http://schemas.microsoft.com/office/drawing/2014/main" id="{DFB64959-33B3-BDA2-219B-3CF96F73255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516899836"/>
      </p:ext>
    </p:extLst>
  </p:cSld>
  <p:clrMapOvr>
    <a:masterClrMapping/>
  </p:clrMapOvr>
  <mc:AlternateContent xmlns:mc="http://schemas.openxmlformats.org/markup-compatibility/2006">
    <mc:Choice xmlns:p14="http://schemas.microsoft.com/office/powerpoint/2010/main" Requires="p14">
      <p:transition spd="slow" p14:dur="2000" advTm="6613"/>
    </mc:Choice>
    <mc:Fallback>
      <p:transition spd="slow" advTm="66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D613E06-1180-4ADD-B967-14BE577138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8" name="圖片 47" descr="一張含有 文字, 螢幕擷取畫面, 字型 的圖片&#10;&#10;AI 產生的內容可能不正確。">
            <a:extLst>
              <a:ext uri="{FF2B5EF4-FFF2-40B4-BE49-F238E27FC236}">
                <a16:creationId xmlns:a16="http://schemas.microsoft.com/office/drawing/2014/main" id="{CBE0CA6C-B478-5A3C-9A1B-A617C6A811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10573" y="4223398"/>
            <a:ext cx="5842000" cy="1701800"/>
          </a:xfrm>
          <a:prstGeom prst="rect">
            <a:avLst/>
          </a:prstGeom>
        </p:spPr>
      </p:pic>
      <p:pic>
        <p:nvPicPr>
          <p:cNvPr id="52" name="圖片 51" descr="一張含有 文字, 螢幕擷取畫面, 字型 的圖片&#10;&#10;AI 產生的內容可能不正確。">
            <a:extLst>
              <a:ext uri="{FF2B5EF4-FFF2-40B4-BE49-F238E27FC236}">
                <a16:creationId xmlns:a16="http://schemas.microsoft.com/office/drawing/2014/main" id="{46F091F9-DEEC-70FF-18C7-B18DA30EF38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21972" y="3075097"/>
            <a:ext cx="5214663" cy="2824254"/>
          </a:xfrm>
          <a:prstGeom prst="rect">
            <a:avLst/>
          </a:prstGeom>
        </p:spPr>
      </p:pic>
      <p:pic>
        <p:nvPicPr>
          <p:cNvPr id="54" name="圖片 53" descr="一張含有 文字, 螢幕擷取畫面, 字型 的圖片&#10;&#10;AI 產生的內容可能不正確。">
            <a:extLst>
              <a:ext uri="{FF2B5EF4-FFF2-40B4-BE49-F238E27FC236}">
                <a16:creationId xmlns:a16="http://schemas.microsoft.com/office/drawing/2014/main" id="{9D641772-4C49-546F-DC7F-CE1DCE8801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10573" y="4008586"/>
            <a:ext cx="6144282" cy="2398617"/>
          </a:xfrm>
          <a:prstGeom prst="rect">
            <a:avLst/>
          </a:prstGeom>
        </p:spPr>
      </p:pic>
      <p:pic>
        <p:nvPicPr>
          <p:cNvPr id="56" name="音訊 55">
            <a:extLst>
              <a:ext uri="{FF2B5EF4-FFF2-40B4-BE49-F238E27FC236}">
                <a16:creationId xmlns:a16="http://schemas.microsoft.com/office/drawing/2014/main" id="{A45C7E93-9C65-0078-9ACF-5EED5B5756DB}"/>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4124325638"/>
      </p:ext>
    </p:extLst>
  </p:cSld>
  <p:clrMapOvr>
    <a:masterClrMapping/>
  </p:clrMapOvr>
  <mc:AlternateContent xmlns:mc="http://schemas.openxmlformats.org/markup-compatibility/2006">
    <mc:Choice xmlns:p14="http://schemas.microsoft.com/office/powerpoint/2010/main" Requires="p14">
      <p:transition spd="slow" p14:dur="2000" advTm="69632"/>
    </mc:Choice>
    <mc:Fallback>
      <p:transition spd="slow" advTm="696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6"/>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left)">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wipe(left)">
                                      <p:cBhvr>
                                        <p:cTn id="16" dur="500"/>
                                        <p:tgtEl>
                                          <p:spTgt spid="52"/>
                                        </p:tgtEl>
                                      </p:cBhvr>
                                    </p:animEffect>
                                  </p:childTnLst>
                                </p:cTn>
                              </p:par>
                              <p:par>
                                <p:cTn id="17" presetID="1" presetClass="exit" presetSubtype="0" fill="hold" nodeType="withEffect">
                                  <p:stCondLst>
                                    <p:cond delay="0"/>
                                  </p:stCondLst>
                                  <p:childTnLst>
                                    <p:set>
                                      <p:cBhvr>
                                        <p:cTn id="18" dur="1" fill="hold">
                                          <p:stCondLst>
                                            <p:cond delay="0"/>
                                          </p:stCondLst>
                                        </p:cTn>
                                        <p:tgtEl>
                                          <p:spTgt spid="4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wipe(left)">
                                      <p:cBhvr>
                                        <p:cTn id="23" dur="500"/>
                                        <p:tgtEl>
                                          <p:spTgt spid="54"/>
                                        </p:tgtEl>
                                      </p:cBhvr>
                                    </p:animEffect>
                                  </p:childTnLst>
                                </p:cTn>
                              </p:par>
                              <p:par>
                                <p:cTn id="24" presetID="1" presetClass="exit" presetSubtype="0" fill="hold" nodeType="withEffect">
                                  <p:stCondLst>
                                    <p:cond delay="0"/>
                                  </p:stCondLst>
                                  <p:childTnLst>
                                    <p:set>
                                      <p:cBhvr>
                                        <p:cTn id="25" dur="1" fill="hold">
                                          <p:stCondLst>
                                            <p:cond delay="0"/>
                                          </p:stCondLst>
                                        </p:cTn>
                                        <p:tgtEl>
                                          <p:spTgt spid="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6" fill="hold" display="0">
                  <p:stCondLst>
                    <p:cond delay="indefinite"/>
                  </p:stCondLst>
                  <p:endCondLst>
                    <p:cond evt="onStopAudio" delay="0">
                      <p:tgtEl>
                        <p:sldTgt/>
                      </p:tgtEl>
                    </p:cond>
                  </p:endCondLst>
                </p:cTn>
                <p:tgtEl>
                  <p:spTgt spid="5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2E57CFDA-7BE9-4653-AE42-F4C56E9CC4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音訊 16">
            <a:extLst>
              <a:ext uri="{FF2B5EF4-FFF2-40B4-BE49-F238E27FC236}">
                <a16:creationId xmlns:a16="http://schemas.microsoft.com/office/drawing/2014/main" id="{0413A970-71F9-B51F-E370-81DA057DAC6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844075598"/>
      </p:ext>
    </p:extLst>
  </p:cSld>
  <p:clrMapOvr>
    <a:masterClrMapping/>
  </p:clrMapOvr>
  <mc:AlternateContent xmlns:mc="http://schemas.openxmlformats.org/markup-compatibility/2006">
    <mc:Choice xmlns:p14="http://schemas.microsoft.com/office/powerpoint/2010/main" Requires="p14">
      <p:transition spd="slow" p14:dur="2000" advTm="6208"/>
    </mc:Choice>
    <mc:Fallback>
      <p:transition spd="slow" advTm="62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9A5416EE-F10C-443F-B309-EADB5FB139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圖片 16">
            <a:extLst>
              <a:ext uri="{FF2B5EF4-FFF2-40B4-BE49-F238E27FC236}">
                <a16:creationId xmlns:a16="http://schemas.microsoft.com/office/drawing/2014/main" id="{3D555C8A-4A78-DABE-9759-50C2D405AF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59331" y="3762622"/>
            <a:ext cx="6073337" cy="2504956"/>
          </a:xfrm>
          <a:prstGeom prst="rect">
            <a:avLst/>
          </a:prstGeom>
        </p:spPr>
      </p:pic>
      <p:pic>
        <p:nvPicPr>
          <p:cNvPr id="23" name="音訊 22">
            <a:extLst>
              <a:ext uri="{FF2B5EF4-FFF2-40B4-BE49-F238E27FC236}">
                <a16:creationId xmlns:a16="http://schemas.microsoft.com/office/drawing/2014/main" id="{BC8895D4-E445-CCCF-AF9E-0DBA383DE85A}"/>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881610668"/>
      </p:ext>
    </p:extLst>
  </p:cSld>
  <p:clrMapOvr>
    <a:masterClrMapping/>
  </p:clrMapOvr>
  <mc:AlternateContent xmlns:mc="http://schemas.openxmlformats.org/markup-compatibility/2006">
    <mc:Choice xmlns:p14="http://schemas.microsoft.com/office/powerpoint/2010/main" Requires="p14">
      <p:transition spd="slow" p14:dur="2000" advTm="19584"/>
    </mc:Choice>
    <mc:Fallback>
      <p:transition spd="slow" advTm="195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2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ED88372D-8425-4450-83A0-C692476F9B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4" name="音訊 13">
            <a:extLst>
              <a:ext uri="{FF2B5EF4-FFF2-40B4-BE49-F238E27FC236}">
                <a16:creationId xmlns:a16="http://schemas.microsoft.com/office/drawing/2014/main" id="{DCAEE129-74BC-A85C-929C-E3F241C1F49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430408558"/>
      </p:ext>
    </p:extLst>
  </p:cSld>
  <p:clrMapOvr>
    <a:masterClrMapping/>
  </p:clrMapOvr>
  <mc:AlternateContent xmlns:mc="http://schemas.openxmlformats.org/markup-compatibility/2006">
    <mc:Choice xmlns:p14="http://schemas.microsoft.com/office/powerpoint/2010/main" Requires="p14">
      <p:transition spd="slow" p14:dur="2000" advTm="7936"/>
    </mc:Choice>
    <mc:Fallback>
      <p:transition spd="slow" advTm="79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DEBC5FD0-D59B-4F72-B0D2-8390557501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5" name="圖片 24" descr="一張含有 文字, 螢幕擷取畫面, 字型 的圖片&#10;&#10;AI 產生的內容可能不正確。">
            <a:extLst>
              <a:ext uri="{FF2B5EF4-FFF2-40B4-BE49-F238E27FC236}">
                <a16:creationId xmlns:a16="http://schemas.microsoft.com/office/drawing/2014/main" id="{56AEB5D6-DD73-6735-370A-AC2055DA52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52545" y="1832101"/>
            <a:ext cx="6218183" cy="3653071"/>
          </a:xfrm>
          <a:prstGeom prst="rect">
            <a:avLst/>
          </a:prstGeom>
        </p:spPr>
      </p:pic>
      <p:pic>
        <p:nvPicPr>
          <p:cNvPr id="27" name="圖片 26" descr="一張含有 文字, 螢幕擷取畫面, 字型 的圖片&#10;&#10;AI 產生的內容可能不正確。">
            <a:extLst>
              <a:ext uri="{FF2B5EF4-FFF2-40B4-BE49-F238E27FC236}">
                <a16:creationId xmlns:a16="http://schemas.microsoft.com/office/drawing/2014/main" id="{766E3037-C006-299E-DF25-4B8659161E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66845" y="2578100"/>
            <a:ext cx="5715000" cy="2082800"/>
          </a:xfrm>
          <a:prstGeom prst="rect">
            <a:avLst/>
          </a:prstGeom>
        </p:spPr>
      </p:pic>
      <p:pic>
        <p:nvPicPr>
          <p:cNvPr id="29" name="圖片 28">
            <a:extLst>
              <a:ext uri="{FF2B5EF4-FFF2-40B4-BE49-F238E27FC236}">
                <a16:creationId xmlns:a16="http://schemas.microsoft.com/office/drawing/2014/main" id="{00AB97C0-84B1-935D-B371-CB004B0F71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76145" y="2857500"/>
            <a:ext cx="7505700" cy="762000"/>
          </a:xfrm>
          <a:prstGeom prst="rect">
            <a:avLst/>
          </a:prstGeom>
        </p:spPr>
      </p:pic>
      <p:pic>
        <p:nvPicPr>
          <p:cNvPr id="31" name="圖片 30">
            <a:extLst>
              <a:ext uri="{FF2B5EF4-FFF2-40B4-BE49-F238E27FC236}">
                <a16:creationId xmlns:a16="http://schemas.microsoft.com/office/drawing/2014/main" id="{7A0A00B3-D15A-CA2B-2688-36DABB6C620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83300" y="3416300"/>
            <a:ext cx="25400" cy="25400"/>
          </a:xfrm>
          <a:prstGeom prst="rect">
            <a:avLst/>
          </a:prstGeom>
        </p:spPr>
      </p:pic>
      <p:pic>
        <p:nvPicPr>
          <p:cNvPr id="33" name="圖片 32" descr="一張含有 文字, 螢幕擷取畫面, 字型 的圖片&#10;&#10;AI 產生的內容可能不正確。">
            <a:extLst>
              <a:ext uri="{FF2B5EF4-FFF2-40B4-BE49-F238E27FC236}">
                <a16:creationId xmlns:a16="http://schemas.microsoft.com/office/drawing/2014/main" id="{36DCCCBF-C828-E295-8759-BD4FB81C97B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366845" y="1800772"/>
            <a:ext cx="5943600" cy="3619500"/>
          </a:xfrm>
          <a:prstGeom prst="rect">
            <a:avLst/>
          </a:prstGeom>
        </p:spPr>
      </p:pic>
      <p:pic>
        <p:nvPicPr>
          <p:cNvPr id="35" name="圖片 34" descr="一張含有 文字, 螢幕擷取畫面, 字型 的圖片&#10;&#10;AI 產生的內容可能不正確。">
            <a:extLst>
              <a:ext uri="{FF2B5EF4-FFF2-40B4-BE49-F238E27FC236}">
                <a16:creationId xmlns:a16="http://schemas.microsoft.com/office/drawing/2014/main" id="{3E087E06-9EFF-B342-0E93-2E3125F4BDF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0350" y="2808249"/>
            <a:ext cx="4846146" cy="1852651"/>
          </a:xfrm>
          <a:prstGeom prst="rect">
            <a:avLst/>
          </a:prstGeom>
        </p:spPr>
      </p:pic>
      <p:pic>
        <p:nvPicPr>
          <p:cNvPr id="57" name="音訊 56">
            <a:extLst>
              <a:ext uri="{FF2B5EF4-FFF2-40B4-BE49-F238E27FC236}">
                <a16:creationId xmlns:a16="http://schemas.microsoft.com/office/drawing/2014/main" id="{3817952C-182A-C956-A118-732811F05463}"/>
              </a:ext>
            </a:extLst>
          </p:cNvPr>
          <p:cNvPicPr>
            <a:picLocks noChangeAspect="1"/>
          </p:cNvPicPr>
          <p:nvPr>
            <a:audioFile r:link="rId3"/>
            <p:extLst>
              <p:ext uri="{DAA4B4D4-6D71-4841-9C94-3DE7FCFB9230}">
                <p14:media xmlns:p14="http://schemas.microsoft.com/office/powerpoint/2010/main" r:embed="rId2"/>
              </p:ext>
            </p:extLst>
          </p:nvPr>
        </p:nvPicPr>
        <p:blipFill>
          <a:blip r:embed="rId13"/>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894175575"/>
      </p:ext>
    </p:extLst>
  </p:cSld>
  <p:clrMapOvr>
    <a:masterClrMapping/>
  </p:clrMapOvr>
  <mc:AlternateContent xmlns:mc="http://schemas.openxmlformats.org/markup-compatibility/2006">
    <mc:Choice xmlns:p14="http://schemas.microsoft.com/office/powerpoint/2010/main" Requires="p14">
      <p:transition spd="slow" p14:dur="2000" advTm="86026"/>
    </mc:Choice>
    <mc:Fallback>
      <p:transition spd="slow" advTm="860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7"/>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par>
                                <p:cTn id="17" presetID="1" presetClass="exit" presetSubtype="0" fill="hold" nodeType="withEffect">
                                  <p:stCondLst>
                                    <p:cond delay="0"/>
                                  </p:stCondLst>
                                  <p:childTnLst>
                                    <p:set>
                                      <p:cBhvr>
                                        <p:cTn id="18" dur="1" fill="hold">
                                          <p:stCondLst>
                                            <p:cond delay="0"/>
                                          </p:stCondLst>
                                        </p:cTn>
                                        <p:tgtEl>
                                          <p:spTgt spid="2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par>
                                <p:cTn id="24" presetID="1" presetClass="exit" presetSubtype="0" fill="hold" nodeType="withEffect">
                                  <p:stCondLst>
                                    <p:cond delay="0"/>
                                  </p:stCondLst>
                                  <p:childTnLst>
                                    <p:set>
                                      <p:cBhvr>
                                        <p:cTn id="25" dur="1" fill="hold">
                                          <p:stCondLst>
                                            <p:cond delay="0"/>
                                          </p:stCondLst>
                                        </p:cTn>
                                        <p:tgtEl>
                                          <p:spTgt spid="2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500"/>
                                        <p:tgtEl>
                                          <p:spTgt spid="33"/>
                                        </p:tgtEl>
                                      </p:cBhvr>
                                    </p:animEffect>
                                  </p:childTnLst>
                                </p:cTn>
                              </p:par>
                              <p:par>
                                <p:cTn id="31" presetID="1" presetClass="exit" presetSubtype="0" fill="hold" nodeType="withEffect">
                                  <p:stCondLst>
                                    <p:cond delay="0"/>
                                  </p:stCondLst>
                                  <p:childTnLst>
                                    <p:set>
                                      <p:cBhvr>
                                        <p:cTn id="32" dur="1" fill="hold">
                                          <p:stCondLst>
                                            <p:cond delay="0"/>
                                          </p:stCondLst>
                                        </p:cTn>
                                        <p:tgtEl>
                                          <p:spTgt spid="2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par>
                                <p:cTn id="38" presetID="1" presetClass="exit" presetSubtype="0" fill="hold" nodeType="withEffect">
                                  <p:stCondLst>
                                    <p:cond delay="0"/>
                                  </p:stCondLst>
                                  <p:childTnLst>
                                    <p:set>
                                      <p:cBhvr>
                                        <p:cTn id="39" dur="1" fill="hold">
                                          <p:stCondLst>
                                            <p:cond delay="0"/>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0" fill="hold" display="0">
                  <p:stCondLst>
                    <p:cond delay="indefinite"/>
                  </p:stCondLst>
                  <p:endCondLst>
                    <p:cond evt="onStopAudio" delay="0">
                      <p:tgtEl>
                        <p:sldTgt/>
                      </p:tgtEl>
                    </p:cond>
                  </p:endCondLst>
                </p:cTn>
                <p:tgtEl>
                  <p:spTgt spid="5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FF2CFAE1-D660-454A-BAD4-D3AA538BBA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9" name="圖片 28" descr="一張含有 文字, 螢幕擷取畫面, 字型 的圖片&#10;&#10;AI 產生的內容可能不正確。">
            <a:extLst>
              <a:ext uri="{FF2B5EF4-FFF2-40B4-BE49-F238E27FC236}">
                <a16:creationId xmlns:a16="http://schemas.microsoft.com/office/drawing/2014/main" id="{7C6345CA-EAB4-1A27-B4B6-97C0195AD3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47950" y="2960852"/>
            <a:ext cx="6896100" cy="3175000"/>
          </a:xfrm>
          <a:prstGeom prst="rect">
            <a:avLst/>
          </a:prstGeom>
        </p:spPr>
      </p:pic>
      <p:pic>
        <p:nvPicPr>
          <p:cNvPr id="35" name="音訊 34">
            <a:extLst>
              <a:ext uri="{FF2B5EF4-FFF2-40B4-BE49-F238E27FC236}">
                <a16:creationId xmlns:a16="http://schemas.microsoft.com/office/drawing/2014/main" id="{04D7051A-A1D4-12A8-83AE-826C81747AE8}"/>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846773580"/>
      </p:ext>
    </p:extLst>
  </p:cSld>
  <p:clrMapOvr>
    <a:masterClrMapping/>
  </p:clrMapOvr>
  <mc:AlternateContent xmlns:mc="http://schemas.openxmlformats.org/markup-compatibility/2006">
    <mc:Choice xmlns:p14="http://schemas.microsoft.com/office/powerpoint/2010/main" Requires="p14">
      <p:transition spd="slow" p14:dur="2000" advTm="26112"/>
    </mc:Choice>
    <mc:Fallback>
      <p:transition spd="slow" advTm="261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文字, 螢幕擷取畫面, 設計, 標誌 的圖片&#10;&#10;AI 產生的內容可能不正確。">
            <a:extLst>
              <a:ext uri="{FF2B5EF4-FFF2-40B4-BE49-F238E27FC236}">
                <a16:creationId xmlns:a16="http://schemas.microsoft.com/office/drawing/2014/main" id="{E74C9014-21A5-D18B-421A-C8F8EC9C93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2192000" cy="7010400"/>
          </a:xfrm>
          <a:prstGeom prst="rect">
            <a:avLst/>
          </a:prstGeom>
        </p:spPr>
      </p:pic>
      <p:pic>
        <p:nvPicPr>
          <p:cNvPr id="50" name="音訊 49">
            <a:extLst>
              <a:ext uri="{FF2B5EF4-FFF2-40B4-BE49-F238E27FC236}">
                <a16:creationId xmlns:a16="http://schemas.microsoft.com/office/drawing/2014/main" id="{63896369-83DC-28E2-6174-FA6EEDE14E0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170655902"/>
      </p:ext>
    </p:extLst>
  </p:cSld>
  <p:clrMapOvr>
    <a:masterClrMapping/>
  </p:clrMapOvr>
  <mc:AlternateContent xmlns:mc="http://schemas.openxmlformats.org/markup-compatibility/2006">
    <mc:Choice xmlns:p14="http://schemas.microsoft.com/office/powerpoint/2010/main" Requires="p14">
      <p:transition spd="slow" p14:dur="2000" advTm="9418"/>
    </mc:Choice>
    <mc:Fallback>
      <p:transition spd="slow" advTm="94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0"/>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4.5|18.3|14.8"/>
</p:tagLst>
</file>

<file path=ppt/tags/tag2.xml><?xml version="1.0" encoding="utf-8"?>
<p:tagLst xmlns:a="http://schemas.openxmlformats.org/drawingml/2006/main" xmlns:r="http://schemas.openxmlformats.org/officeDocument/2006/relationships" xmlns:p="http://schemas.openxmlformats.org/presentationml/2006/main">
  <p:tag name="TIMING" val="|11.1|17|16|11.6"/>
</p:tagLst>
</file>

<file path=ppt/tags/tag3.xml><?xml version="1.0" encoding="utf-8"?>
<p:tagLst xmlns:a="http://schemas.openxmlformats.org/drawingml/2006/main" xmlns:r="http://schemas.openxmlformats.org/officeDocument/2006/relationships" xmlns:p="http://schemas.openxmlformats.org/presentationml/2006/main">
  <p:tag name="TIMING" val="|4.4"/>
</p:tagLst>
</file>

<file path=ppt/tags/tag4.xml><?xml version="1.0" encoding="utf-8"?>
<p:tagLst xmlns:a="http://schemas.openxmlformats.org/drawingml/2006/main" xmlns:r="http://schemas.openxmlformats.org/officeDocument/2006/relationships" xmlns:p="http://schemas.openxmlformats.org/presentationml/2006/main">
  <p:tag name="TIMING" val="|14.1|17|18|26.2"/>
</p:tagLst>
</file>

<file path=ppt/tags/tag5.xml><?xml version="1.0" encoding="utf-8"?>
<p:tagLst xmlns:a="http://schemas.openxmlformats.org/drawingml/2006/main" xmlns:r="http://schemas.openxmlformats.org/officeDocument/2006/relationships" xmlns:p="http://schemas.openxmlformats.org/presentationml/2006/main">
  <p:tag name="TIMING" val="|6.1"/>
</p:tagLst>
</file>

<file path=ppt/tags/tag6.xml><?xml version="1.0" encoding="utf-8"?>
<p:tagLst xmlns:a="http://schemas.openxmlformats.org/drawingml/2006/main" xmlns:r="http://schemas.openxmlformats.org/officeDocument/2006/relationships" xmlns:p="http://schemas.openxmlformats.org/presentationml/2006/main">
  <p:tag name="TIMING" val="|14.2|15.7|24.8"/>
</p:tagLst>
</file>

<file path=ppt/tags/tag7.xml><?xml version="1.0" encoding="utf-8"?>
<p:tagLst xmlns:a="http://schemas.openxmlformats.org/drawingml/2006/main" xmlns:r="http://schemas.openxmlformats.org/officeDocument/2006/relationships" xmlns:p="http://schemas.openxmlformats.org/presentationml/2006/main">
  <p:tag name="TIMING" val="|1.3"/>
</p:tagLst>
</file>

<file path=ppt/tags/tag8.xml><?xml version="1.0" encoding="utf-8"?>
<p:tagLst xmlns:a="http://schemas.openxmlformats.org/drawingml/2006/main" xmlns:r="http://schemas.openxmlformats.org/officeDocument/2006/relationships" xmlns:p="http://schemas.openxmlformats.org/presentationml/2006/main">
  <p:tag name="TIMING" val="|5"/>
</p:tagLst>
</file>

<file path=ppt/tags/tag9.xml><?xml version="1.0" encoding="utf-8"?>
<p:tagLst xmlns:a="http://schemas.openxmlformats.org/drawingml/2006/main" xmlns:r="http://schemas.openxmlformats.org/officeDocument/2006/relationships" xmlns:p="http://schemas.openxmlformats.org/presentationml/2006/main">
  <p:tag name="TIMING" val="|6|11.2|17.7|16.5|16.7"/>
</p:tagLst>
</file>

<file path=ppt/tags/tag10.xml><?xml version="1.0" encoding="utf-8"?>
<p:tagLst xmlns:a="http://schemas.openxmlformats.org/drawingml/2006/main" xmlns:r="http://schemas.openxmlformats.org/officeDocument/2006/relationships" xmlns:p="http://schemas.openxmlformats.org/presentationml/2006/main">
  <p:tag name="TIMING" val="|2.4"/>
</p:tagLst>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2073</TotalTime>
  <Words>1244</Words>
  <Application>Microsoft Macintosh PowerPoint</Application>
  <PresentationFormat>寬螢幕</PresentationFormat>
  <Paragraphs>43</Paragraphs>
  <Slides>13</Slides>
  <Notes>13</Notes>
  <HiddenSlides>0</HiddenSlides>
  <MMClips>13</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Aptos</vt: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紫綺 邵</dc:creator>
  <cp:lastModifiedBy>yoko081</cp:lastModifiedBy>
  <cp:revision>10</cp:revision>
  <dcterms:created xsi:type="dcterms:W3CDTF">2025-10-03T05:53:43Z</dcterms:created>
  <dcterms:modified xsi:type="dcterms:W3CDTF">2025-10-04T17:05:10Z</dcterms:modified>
</cp:coreProperties>
</file>